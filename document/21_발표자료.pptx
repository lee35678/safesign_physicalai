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 AI Hand가 수신호를 직접 시범 보이고, 카메라가 학습자의 손을 판정하고, 로봇이 결과를 몸으로 되돌려주는 산업 안전 수신호 교육 키트 SafeSign PhysicalAI를 만들었습니다. 오른쪽은 실제 교육장 키트의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문제입니다. 현장에서는 작업자마다 수신호를 다르게 이해하고 표현해서 소통 오류가 사고로 이어질 수 있습니다. 그런데 지금의 교육은 영상이나 인쇄물이라, 학습자가 실제로 따라 할 수 있는지 확인할 수 없고, 교육자도 누가 어떤 수신호에 약한지 숫자로 알 수 없습니다. 그래서 저희는 보여 주고, 판정하고, 몸으로 돌려주고, 기록을 남기는 네 가지를 목표로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방법은 닫힌 루프입니다. AI Hand가 수신호를 시범 보이면, 학습자가 확인 버튼을 누르고 카메라 앞에서 따라 합니다. 카메라가 손 관절을 읽어 판정하고, 정답이면 picar가 실제로 그 신호대로 움직이고 micro:bit에 O가 뜹니다. 틀리면 AI Hand가 다시 시범을 보이고, 세 번까지 기회를 줍니다. 인식 결과가 로봇의 움직임으로 돌아온다는 점이 이 프로젝트가 피지컬 AI인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보드 두 대입니다. 학습자 앞에 고정된 라즈베리파이 5에 카메라가 직결돼 있고, 여기서 인식과 판정, 교육 화면, AI Hand 제어가 돌아갑니다. AI Hand는 micro:bit가 BLE로 명령을 받아 서보를 움직이고, picar는 별도의 라즈베리파이 4B가 Wi-Fi로 명령을 받아 주행합니다. 보드를 나눈 이유는 picar가 달리면 카메라도 같이 움직이기 때문이고, BLE로 바꾼 이유는 micro:bit의 UART가 하나뿐이라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인식은 MediaPipe로 손 관절 21점을 뽑고, 왼손 오른손을 통일해 정규화한 뒤 관절 각도와 거리로 특징 23개를 만듭니다. SVM이 7종 확률을 내면, 예측한 수신호의 분포에서 멀거나 확률이 0.75 미만인 경우는 오답이 아니라 미판정으로 보류하고 '다시 해 주세요'라고 안내합니다. 같은 결과가 3프레임 연속일 때만 판정을 확정합니다. 딥러닝 대신 SVM을 고른 이유는 데이터가 적어도 되고, 라즈베리파이에서 실시간으로 돌고, 판정 이유를 설명할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 과정은 수신호 7종입니다. 산업·건설 현장에서 쓰는 크레인 작업표준신호 5종에 후진과 주의 2종을 더했습니다. 그림은 실제 측정 촬영에서 뽑은 손 관절 21점이고, 주황 점이 편 손가락 끝입니다. 사람이 따라 하기 어려운 손모양이나 공개 데이터가 없는 손모양은 바꿨습니다. 예를 들어 우회전 유도는 약지 대신 소지, 확인 완료는 엄지 세우기 대신 주먹입니다.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부딪혀서 고친 것들입니다. 9월 25일 시험에서 수신호가 바뀌자마자 방금 맞힌 손모양이 다음 신호의 오답으로 잡혀서, 시범과 판정을 확인 버튼으로 나눴습니다. 틀리기만 하면 끝나지 않던 문제는 시도 3회와 10초 제한으로 해결했습니다. picar 모터가 안 돌아도 화면이 정상으로 보이던 조용한 실패는 장치 응답을 끝까지 확인하고 화면에 상태를 표시하게 했습니다. 마지막으로, 처음 98.81%로 나온 정확도가 같은 촬영분이 학습과 평가에 섞여 부풀려진 것이라는 걸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학습에 쓰지 않은 팀원 3명의 210시도로 쟀습니다. 가장 중요한 오분류율은 0%, 즉 다른 신호로 잘못 읽은 경우가 한 번도 없었고, 가장 위험한 '정지'를 다른 신호로 읽는 치명 오분류도 0건입니다. 정답률 95.2%, 미판정 4.8%, Macro F1 0.974로 판정 KPI 다섯 개를 모두 달성했습니다. 다만 정답률과 미판정률은 신뢰구간이 목표선에 걸쳐 있어 보고서에는 잠정 달성으로 적었습니다. 오른쪽 그래프처럼 미판정은 후진에 몰려 있고, 전부 틀린 답 대신 보류한 경우입니다.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지연도 10월 2일 실제 장비로 쟀습니다. 정답 91시도에서 판정 지연 P95는 0.046초로 목표 1초의 20분의 1 수준이고, 판정이 확정된 뒤 picar와 micro:bit가 반응을 시작하기까지 P95는 0.089초입니다. 표본 수를 고려한 95% 상한으로도 0.065초와 0.262초라 목표를 넉넉히 만족합니다. 동작이 끝나는 시점까지 보면 약 1.1초, 손을 멈춘 순간부터 따져도 1.2에서 1.4초로 2초 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한계입니다. AI Hand의 엄지 서보가 고장 나 엄지 하나로 갈리는 두 쌍은 로봇 손 시범만으로 구별하기 어렵고, 화면 안내로 보완하고 있습니다. 판정과 KPI에는 영향이 없습니다. 또 평가자 세 명이 모두 팀원이라 현장 작업자 의견은 시연 자리에서 받을 예정이고, 오분류 0%는 표본상 1.8% 이하로 읽어야 해서 시행 수를 늘릴 계획입니다. 역할은 오른쪽과 같이 나눴습니다. 감사합니다. (역할 문구는 발표 전 팀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6928"/>
            <a:ext cx="118872" cy="118872"/>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23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23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75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판정 KPI</a:t>
            </a:r>
            <a:endParaRPr lang="ko-KR" sz="1100" dirty="0"/>
          </a:p>
        </p:txBody>
      </p:sp>
      <p:sp>
        <p:nvSpPr>
          <p:cNvPr id="12" name="Text 10"/>
          <p:cNvSpPr/>
          <p:nvPr/>
        </p:nvSpPr>
        <p:spPr>
          <a:xfrm>
            <a:off x="258775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27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27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28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송승호(팀장)  ·  이동혁  ·  조은수  ·  김지훈</a:t>
            </a:r>
            <a:endParaRPr lang="ko-KR" sz="1200" dirty="0"/>
          </a:p>
        </p:txBody>
      </p:sp>
      <p:sp>
        <p:nvSpPr>
          <p:cNvPr id="17" name="Shape 15"/>
          <p:cNvSpPr/>
          <p:nvPr/>
        </p:nvSpPr>
        <p:spPr>
          <a:xfrm>
            <a:off x="6373368" y="1527048"/>
            <a:ext cx="5342839" cy="3069355"/>
          </a:xfrm>
          <a:prstGeom prst="rect">
            <a:avLst/>
          </a:prstGeom>
          <a:solidFill>
            <a:srgbClr val="121820"/>
          </a:solidFill>
          <a:ln w="9525">
            <a:solidFill>
              <a:srgbClr val="263241"/>
            </a:solidFill>
            <a:prstDash val="solid"/>
          </a:ln>
        </p:spPr>
      </p:sp>
      <p:pic>
        <p:nvPicPr>
          <p:cNvPr id="18" name="Image 0" descr="C:/SafeSign_PhysicalAI/services/portal/frontend/media/station-judging-poster.jpg">    </p:cNvPr>
          <p:cNvPicPr>
            <a:picLocks noChangeAspect="1"/>
          </p:cNvPicPr>
          <p:nvPr/>
        </p:nvPicPr>
        <p:blipFill>
          <a:blip r:embed="rId1"/>
          <a:stretch>
            <a:fillRect/>
          </a:stretch>
        </p:blipFill>
        <p:spPr>
          <a:xfrm>
            <a:off x="6446520" y="1600200"/>
            <a:ext cx="5196535" cy="2923051"/>
          </a:xfrm>
          <a:prstGeom prst="rect">
            <a:avLst/>
          </a:prstGeom>
        </p:spPr>
      </p:pic>
      <p:sp>
        <p:nvSpPr>
          <p:cNvPr id="19" name="Text 16"/>
          <p:cNvSpPr/>
          <p:nvPr/>
        </p:nvSpPr>
        <p:spPr>
          <a:xfrm>
            <a:off x="6446520" y="4706131"/>
            <a:ext cx="5196535"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현장에서는 작업자마다 수신호를 다르게 이해하고 표현해서, 소통 오류가 안전사고로 이어질 수 있습니다.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지금의 교육은 영상과 인쇄물이라 학습자가 정확히 따라 할 수 있는지 확인할 방법이 없고, 손가락이 겹치는 입체 손모양은 평면 화면으로 잘 전달되지 않습니다.</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AI Hand가 다시 시범합니다.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작업표준신호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작업표준신호</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성능 KPI 5개 모두 달성, 다른 신호로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 다른 신호, 30시도</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걸쳐 있어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동작 완료까지 1.089초, 손을 멈춘 뒤 동작 완료까지 추정 1.2~1.4초로 원래 정의로도 목표 2.0초 안입니다. 측정 2026-10-02.</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AI Hand 엄지 서보 고장</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좌회전 유도↔후진, 우회전 유도↔주의를 로봇 손 시범으로 구별하기 어렵습니다. 화면 안내로 보완하며, 판정과 KPI에는 영향이 없습니다.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 · picar 하드웨어, 통합 시험</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 · 판정 로직(vision),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성능 측정 계획</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데이터 수집 · 요구사항 · DB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심기일전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SafeSign PhysicalAI — 산업 안전 수신호 교육 키트</dc:title>
  <dc:subject>PptxGenJS Presentation</dc:subject>
  <dc:creator>심기일전 (송승호 · 이동혁 · 조은수 · 김지훈)</dc:creator>
  <cp:lastModifiedBy>심기일전 (송승호 · 이동혁 · 조은수 · 김지훈)</cp:lastModifiedBy>
  <cp:revision>1</cp:revision>
  <dcterms:created xsi:type="dcterms:W3CDTF">2026-10-02T12:01:07Z</dcterms:created>
  <dcterms:modified xsi:type="dcterms:W3CDTF">2026-10-02T12:01:07Z</dcterms:modified>
</cp:coreProperties>
</file>