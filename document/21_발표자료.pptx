
<file path=[Content_Types].xml><?xml version="1.0" encoding="utf-8"?>
<Types xmlns="http://schemas.openxmlformats.org/package/2006/content-types">
  <Default Extension="jpg" ContentType="image/jpeg"/>
  <Default Extension="mp4" ContentType="video/mp4"/>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media/image-1-1.jpg" ContentType="image/jpg"/>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xmlns:p14="http://schemas.microsoft.com/office/powerpoint/2010/main" saveSubsetFonts="1" autoCompressPictures="0">
  <p:sldMasterIdLst>
    <p:sldMasterId id="2147483657" r:id="rId3"/>
  </p:sldMasterIdLst>
  <p:notesMasterIdLst>
    <p:notesMasterId r:id="rId5"/>
  </p:notesMasterIdLst>
  <p:sldIdLst>
    <p:sldId id="256" r:id="rId7"/>
    <p:sldId id="257" r:id="rId8"/>
    <p:sldId id="258" r:id="rId9"/>
    <p:sldId id="259" r:id="rId10"/>
    <p:sldId id="260" r:id="rId11"/>
    <p:sldId id="261" r:id="rId12"/>
    <p:sldId id="262" r:id="rId13"/>
    <p:sldId id="263" r:id="rId14"/>
    <p:sldId id="271" r:id="rId20"/>
    <p:sldId id="264" r:id="rId15"/>
    <p:sldId id="265" r:id="rId16"/>
    <p:sldId id="266" r:id="rId17"/>
    <p:sldId id="267" r:id="rId18"/>
    <p:sldId id="268" r:id="rId19"/>
    <p:sldId id="269" r:id="rId21"/>
    <p:sldId id="270" r:id="rId2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srgbClr val="ff0000"/>
    </p:penClr>
    <p:extLst>
      <p:ext uri="{EC167BDD-8182-4AB7-AECC-EB403E3ABB37}">
        <p14:laserClr xmlns:p14="http://schemas.microsoft.com/office/powerpoint/2010/main">
          <a:srgbClr val="ff0000"/>
        </p14:laserClr>
      </p:ext>
    </p:extLst>
  </p:showPr>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View">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tableStyles" Target="tableStyles.xml"/><Relationship Id="rId3" Type="http://schemas.openxmlformats.org/officeDocument/2006/relationships/slideMaster" Target="slideMasters/slideMaster1.xml"/><Relationship Id="rId4" Type="http://schemas.openxmlformats.org/officeDocument/2006/relationships/theme" Target="theme/theme1.xml"/><Relationship Id="rId5"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6.xml"/><Relationship Id="rId21" Type="http://schemas.openxmlformats.org/officeDocument/2006/relationships/slide" Target="slides/slide14.xml"/><Relationship Id="rId22" Type="http://schemas.openxmlformats.org/officeDocument/2006/relationships/slide" Target="slides/slide15.xml"/><Relationship Id="rId37" Type="http://schemas.openxmlformats.org/officeDocument/2006/relationships/viewProps" Target="viewProps.xml"/><Relationship Id="rId38" Type="http://schemas.openxmlformats.org/officeDocument/2006/relationships/presProps" Target="pres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Polaris_Office_Excel_____362424760.xlsx"/></Relationships>
</file>

<file path=ppt/charts/chart1.xml><?xml version="1.0" encoding="utf-8"?>
<c:chartSpace xmlns:c="http://schemas.openxmlformats.org/drawingml/2006/chart" xmlns:a="http://schemas.openxmlformats.org/drawingml/2006/main" xmlns:r="http://schemas.openxmlformats.org/officeDocument/2006/relationships">
  <c:lang val="ko-KR"/>
  <c:roundedCorners val="1"/>
  <c:chart>
    <c:title>
      <c:tx>
        <c:rich>
          <a:bodyPr anchor="ctr" anchorCtr="1" rot="0" vert="horz"/>
          <a:lstStyle/>
          <a:p>
            <a:pPr algn="ctr">
              <a:defRPr sz="1400" b="0" i="0" u="none" baseline="0">
                <a:solidFill>
                  <a:srgbClr val="000000"/>
                </a:solidFill>
                <a:latin typeface="Malgun Gothic"/>
                <a:ea typeface="Malgun Gothic"/>
              </a:defRPr>
            </a:pPr>
            <a:r>
              <a:rPr lang="ko-KR" altLang="en-US" sz="1400" b="0" i="0" u="none" baseline="0">
                <a:solidFill>
                  <a:srgbClr val="f1f5f9"/>
                </a:solidFill>
                <a:latin typeface="Malgun Gothic"/>
                <a:ea typeface="Malgun Gothic"/>
              </a:rPr>
              <a:t>실제 장비 측정 (ms, 정답 91시도)</a:t>
            </a:r>
          </a:p>
        </c:rich>
      </c:tx>
      <c:layout/>
      <c:overlay val="0"/>
      <c:spPr>
        <a:noFill/>
        <a:ln>
          <a:noFill/>
          <a:round/>
        </a:ln>
      </c:spPr>
    </c:title>
    <c:plotArea>
      <c:layout/>
      <c:barChart>
        <c:barDir val="col"/>
        <c:grouping val="clustered"/>
        <c:varyColors val="0"/>
        <c:ser>
          <c:idx val="0"/>
          <c:order val="0"/>
          <c:tx>
            <c:strRef>
              <c:f>Sheet1!$B$1</c:f>
              <c:strCache>
                <c:ptCount val="1"/>
                <c:pt idx="0">
                  <c:v>판정 지연</c:v>
                </c:pt>
              </c:strCache>
            </c:strRef>
          </c:tx>
          <c:spPr>
            <a:solidFill>
              <a:srgbClr val="EA580C">
                <a:alpha val="99999"/>
              </a:srgbClr>
            </a:solidFill>
          </c:spPr>
          <c:dPt>
            <c:idx val="0"/>
            <c:spPr>
              <a:solidFill>
                <a:srgbClr val="EA580C">
                  <a:alpha val="99999"/>
                </a:srgbClr>
              </a:solidFill>
            </c:spPr>
          </c:dPt>
          <c:dPt>
            <c:idx val="1"/>
            <c:spPr>
              <a:solidFill>
                <a:srgbClr val="EA580C">
                  <a:alpha val="99999"/>
                </a:srgbClr>
              </a:solidFill>
            </c:spPr>
          </c:dPt>
          <c:dPt>
            <c:idx val="2"/>
            <c:spPr>
              <a:solidFill>
                <a:srgbClr val="EA580C">
                  <a:alpha val="99999"/>
                </a:srgbClr>
              </a:solidFill>
            </c:spPr>
          </c:dPt>
          <c:dPt>
            <c:idx val="3"/>
            <c:spPr>
              <a:solidFill>
                <a:srgbClr val="EA580C">
                  <a:alpha val="99999"/>
                </a:srgbClr>
              </a:solidFill>
            </c:spPr>
          </c:dPt>
          <c:dLbls>
            <c:txPr>
              <a:bodyPr/>
              <a:lstStyle/>
              <a:p>
                <a:pPr>
                  <a:defRPr sz="1200" b="0" i="0" u="none" baseline="0">
                    <a:solidFill>
                      <a:srgbClr val="f1f5f9"/>
                    </a:solidFill>
                    <a:latin typeface="Malgun Gothic"/>
                    <a:ea typeface="Malgun Gothic"/>
                  </a:defRPr>
                </a:pPr>
                <a:endParaRPr lang="ko-KR"/>
              </a:p>
            </c:txPr>
            <c:numFmt formatCode="#,##0" sourceLinked="0"/>
            <c:showLegendKey val="0"/>
            <c:showCatName val="0"/>
            <c:showPercent val="0"/>
            <c:showVal val="1"/>
            <c:showSerName val="0"/>
            <c:showLeaderLines val="0"/>
            <c:extLst>
              <c:ext xmlns:c15="http://schemas.microsoft.com/office/drawing/2012/chart" uri="{CE6537A1-D6FC-4f65-9D91-7224C49458BB}">
                <c15:showLeaderLines val="0"/>
              </c:ext>
            </c:extLst>
          </c:dLbls>
          <c:cat>
            <c:strRef>
              <c:f>Sheet1!$A$2:$A$5</c:f>
              <c:strCache>
                <c:ptCount val="4"/>
                <c:pt idx="0">
                  <c:v>최소</c:v>
                </c:pt>
                <c:pt idx="1">
                  <c:v>중간</c:v>
                </c:pt>
                <c:pt idx="2">
                  <c:v>95% 지점</c:v>
                </c:pt>
                <c:pt idx="3">
                  <c:v>최대</c:v>
                </c:pt>
              </c:strCache>
            </c:strRef>
          </c:cat>
          <c:val>
            <c:numRef>
              <c:f>Sheet1!$B$2:$B$5</c:f>
              <c:numCache>
                <c:formatCode>General</c:formatCode>
                <c:ptCount val="4"/>
                <c:pt idx="0">
                  <c:v>33</c:v>
                </c:pt>
                <c:pt idx="1">
                  <c:v>37</c:v>
                </c:pt>
                <c:pt idx="2">
                  <c:v>46</c:v>
                </c:pt>
                <c:pt idx="3">
                  <c:v>65</c:v>
                </c:pt>
              </c:numCache>
            </c:numRef>
          </c:val>
          <c:smooth val="0"/>
        </c:ser>
        <c:ser>
          <c:idx val="1"/>
          <c:order val="1"/>
          <c:tx>
            <c:strRef>
              <c:f>Sheet1!$C$1</c:f>
              <c:strCache>
                <c:ptCount val="1"/>
                <c:pt idx="0">
                  <c:v>물리 피드백 시작</c:v>
                </c:pt>
              </c:strCache>
            </c:strRef>
          </c:tx>
          <c:spPr>
            <a:solidFill>
              <a:srgbClr val="0891B2">
                <a:alpha val="99999"/>
              </a:srgbClr>
            </a:solidFill>
          </c:spPr>
          <c:dPt>
            <c:idx val="0"/>
            <c:spPr>
              <a:solidFill>
                <a:srgbClr val="0891B2">
                  <a:alpha val="99999"/>
                </a:srgbClr>
              </a:solidFill>
            </c:spPr>
          </c:dPt>
          <c:dPt>
            <c:idx val="1"/>
            <c:spPr>
              <a:solidFill>
                <a:srgbClr val="0891B2">
                  <a:alpha val="99999"/>
                </a:srgbClr>
              </a:solidFill>
            </c:spPr>
          </c:dPt>
          <c:dPt>
            <c:idx val="2"/>
            <c:spPr>
              <a:solidFill>
                <a:srgbClr val="0891B2">
                  <a:alpha val="99999"/>
                </a:srgbClr>
              </a:solidFill>
            </c:spPr>
          </c:dPt>
          <c:dPt>
            <c:idx val="3"/>
            <c:spPr>
              <a:solidFill>
                <a:srgbClr val="0891B2">
                  <a:alpha val="99999"/>
                </a:srgbClr>
              </a:solidFill>
            </c:spPr>
          </c:dPt>
          <c:dLbls>
            <c:txPr>
              <a:bodyPr/>
              <a:lstStyle/>
              <a:p>
                <a:pPr>
                  <a:defRPr sz="1200" b="0" i="0" u="none" baseline="0">
                    <a:solidFill>
                      <a:srgbClr val="f1f5f9"/>
                    </a:solidFill>
                    <a:latin typeface="Malgun Gothic"/>
                    <a:ea typeface="Malgun Gothic"/>
                  </a:defRPr>
                </a:pPr>
                <a:endParaRPr lang="ko-KR"/>
              </a:p>
            </c:txPr>
            <c:numFmt formatCode="#,##0" sourceLinked="0"/>
            <c:showLegendKey val="0"/>
            <c:showCatName val="0"/>
            <c:showPercent val="0"/>
            <c:showVal val="1"/>
            <c:showSerName val="0"/>
            <c:showLeaderLines val="0"/>
            <c:extLst>
              <c:ext xmlns:c15="http://schemas.microsoft.com/office/drawing/2012/chart" uri="{CE6537A1-D6FC-4f65-9D91-7224C49458BB}">
                <c15:showLeaderLines val="0"/>
              </c:ext>
            </c:extLst>
          </c:dLbls>
          <c:cat>
            <c:strRef>
              <c:f>Sheet1!$A$2:$A$5</c:f>
              <c:strCache>
                <c:ptCount val="4"/>
                <c:pt idx="0">
                  <c:v>최소</c:v>
                </c:pt>
                <c:pt idx="1">
                  <c:v>중간</c:v>
                </c:pt>
                <c:pt idx="2">
                  <c:v>95% 지점</c:v>
                </c:pt>
                <c:pt idx="3">
                  <c:v>최대</c:v>
                </c:pt>
              </c:strCache>
            </c:strRef>
          </c:cat>
          <c:val>
            <c:numRef>
              <c:f>Sheet1!$C$2:$C$5</c:f>
              <c:numCache>
                <c:formatCode>General</c:formatCode>
                <c:ptCount val="4"/>
                <c:pt idx="0">
                  <c:v>62</c:v>
                </c:pt>
                <c:pt idx="1">
                  <c:v>76</c:v>
                </c:pt>
                <c:pt idx="2">
                  <c:v>89</c:v>
                </c:pt>
                <c:pt idx="3">
                  <c:v>262</c:v>
                </c:pt>
              </c:numCache>
            </c:numRef>
          </c:val>
          <c:smooth val="0"/>
        </c:ser>
        <c:gapWidth val="60"/>
        <c:axId val="1111"/>
        <c:axId val="2222"/>
      </c:barChart>
      <c:catAx>
        <c:axId val="1111"/>
        <c:scaling>
          <c:orientation val="minMax"/>
        </c:scaling>
        <c:delete val="0"/>
        <c:axPos val="b"/>
        <c:majorTickMark val="out"/>
        <c:minorTickMark val="none"/>
        <c:tickLblPos val="low"/>
        <c:spPr>
          <a:noFill/>
          <a:ln w="12700" cap="flat">
            <a:solidFill>
              <a:srgbClr val="888888">
                <a:alpha val="99999"/>
              </a:srgbClr>
            </a:solidFill>
            <a:round/>
          </a:ln>
        </c:spPr>
        <c:txPr>
          <a:bodyPr/>
          <a:lstStyle/>
          <a:p>
            <a:pPr>
              <a:defRPr sz="1300" b="0" i="0" u="none" baseline="0">
                <a:solidFill>
                  <a:srgbClr val="94a3b8"/>
                </a:solidFill>
                <a:latin typeface="Malgun Gothic"/>
                <a:ea typeface="Malgun Gothic"/>
              </a:defRPr>
            </a:pPr>
            <a:endParaRPr lang="ko-KR"/>
          </a:p>
        </c:txPr>
        <c:crossAx val="2222"/>
        <c:crosses val="autoZero"/>
        <c:auto val="1"/>
        <c:lblAlgn val="ctr"/>
        <c:lblOffset val="100"/>
      </c:catAx>
      <c:valAx>
        <c:axId val="2222"/>
        <c:scaling>
          <c:orientation val="minMax"/>
          <c:max val="300"/>
          <c:min val="0"/>
        </c:scaling>
        <c:delete val="0"/>
        <c:axPos val="l"/>
        <c:majorGridlines>
          <c:spPr>
            <a:ln w="6350" cap="flat">
              <a:solidFill>
                <a:srgbClr val="263241">
                  <a:alpha val="99999"/>
                </a:srgbClr>
              </a:solidFill>
              <a:round/>
            </a:ln>
          </c:spPr>
        </c:majorGridlines>
        <c:numFmt formatCode="General" sourceLinked="0"/>
        <c:majorTickMark val="out"/>
        <c:minorTickMark val="none"/>
        <c:tickLblPos val="nextTo"/>
        <c:spPr>
          <a:noFill/>
          <a:ln w="12700" cap="flat">
            <a:solidFill>
              <a:srgbClr val="888888">
                <a:alpha val="99999"/>
              </a:srgbClr>
            </a:solidFill>
            <a:round/>
          </a:ln>
        </c:spPr>
        <c:txPr>
          <a:bodyPr/>
          <a:lstStyle/>
          <a:p>
            <a:pPr>
              <a:defRPr sz="1000" b="0" i="0" u="none" baseline="0">
                <a:solidFill>
                  <a:srgbClr val="64748b"/>
                </a:solidFill>
                <a:latin typeface="Arial"/>
                <a:ea typeface="Arial"/>
              </a:defRPr>
            </a:pPr>
            <a:endParaRPr lang="ko-KR"/>
          </a:p>
        </c:txPr>
        <c:crossAx val="1111"/>
        <c:crosses val="autoZero"/>
        <c:crossBetween val="between"/>
        <c:majorUnit val="100"/>
      </c:valAx>
      <c:spPr>
        <a:solidFill>
          <a:srgbClr val="0D1217">
            <a:alpha val="99999"/>
          </a:srgbClr>
        </a:solidFill>
        <a:ln>
          <a:noFill/>
          <a:round/>
        </a:ln>
      </c:spPr>
    </c:plotArea>
    <c:legend>
      <c:legendPos val="t"/>
      <c:layout/>
      <c:spPr>
        <a:noFill/>
        <a:ln>
          <a:noFill/>
          <a:round/>
        </a:ln>
      </c:spPr>
      <c:txPr>
        <a:bodyPr anchor="t" anchorCtr="1" rot="0" vert="horz"/>
        <a:lstStyle/>
        <a:p>
          <a:pPr>
            <a:defRPr sz="1200" b="0" i="0" u="none" baseline="0">
              <a:solidFill>
                <a:srgbClr val="94a3b8"/>
              </a:solidFill>
              <a:latin typeface="Malgun Gothic"/>
              <a:ea typeface="Malgun Gothic"/>
            </a:defRPr>
          </a:pPr>
          <a:endParaRPr lang="ko-KR"/>
        </a:p>
      </c:txPr>
      <c:overlay val="0"/>
    </c:legend>
    <c:plotVisOnly val="1"/>
    <c:dispBlanksAs val="span"/>
  </c:chart>
  <c:spPr>
    <a:noFill/>
    <a:ln>
      <a:noFill/>
      <a:round/>
    </a:ln>
  </c:spPr>
  <c:txPr>
    <a:bodyPr/>
    <a:lstStyle/>
    <a:p>
      <a:pPr>
        <a:defRPr sz="1000" b="0" i="0" u="none" baseline="0">
          <a:solidFill>
            <a:srgbClr val="000000"/>
          </a:solidFill>
          <a:latin typeface="맑은 고딕"/>
          <a:ea typeface="맑은 고딕"/>
        </a:defRPr>
      </a:pPr>
      <a:endParaRPr lang="ko-KR"/>
    </a:p>
  </c:txPr>
  <c:externalData r:id="rId1">
    <c:autoUpdate val="0"/>
  </c:externalData>
  <c:printSettings>
    <c:headerFooter/>
    <c:pageMargins b="0.75" l="0.7" r="0.7" t="0.75" header="0.3" footer="0.3"/>
    <c:pageSetup/>
  </c:printSettings>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안녕하세요, 심기일전입니다. SafeSign PhysicalAI는 로봇 손이 수신호를 보여 주고, 카메라가 학습자의 손을 판정하고, 정답이면 picar가 그 신호대로 움직이는 수신호 교육 키트입니다.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크레인 작업은 법으로 정한 신호로 해야 하는데, 타워크레인 양중작업 재해의 13%가 신호를 지키지 않아 생겼습니다. 신호수 교육은 8시간 이론 위주이고 실기 평가가 없습니다. 그래서 보여 주고, 판정하고, picar로 결과를 돌려주고, 기록을 남기는 교육을 만들었습니다.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교육은 네 단계입니다. AI Hand가 손모양을 보여 주면, 학습자가 따라 하고 확인 버튼을 누릅니다. 카메라와 AI가 7종 중 어느 신호인지 판정하고, 정답이면 picar가 그 신호대로 실제로 움직입니다. 틀리면 micro:bit에 X가 뜨고, 로봇 손이 잡고 있는 시범 자세를 보고 다시 합니다. 수신호마다 세 번까지입니다.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하드웨어입니다. 학습자 앞 라즈베리파이 5에 카메라가 연결돼 인식과 판정, 교육 화면, 장치 제어를 맡습니다. AI Hand는 micro:bit가 무선 BLE로 명령을 받아 서보 다섯 개를 움직입니다. picar는 따로 라즈베리파이 4B가 Wi-Fi로 명령을 받아 모터와 LED를 켭니다. 보드를 나눈 건 picar가 달리면 카메라도 흔들리기 때문입니다.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기능 범위는 수신호 7종 교육, picar로 정답 표시, 회원가입과 결과 저장, 수료증입니다. 회사 사이트는 같은 회원 DB를 쓰는 부가 기능입니다. 연속 동작 인식이나 수신호 등록은 범위에서 뺐습니다. 오른쪽은 연결 구조입니다. 카메라 영상을 vision이 판정하고, web이 교육을 진행하면서 AI Hand와 picar에 명령을 보내고, 결과는 회원 DB에 저장합니다.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 모델은 손 사진을 바로 보지 않고 손 관절 좌표를 씁니다. MediaPipe가 손 관절 21점을 찾고, 그 좌표에서 위치와 크기, 방향 차이를 없앤 뒤, 손가락 각도와 거리 23개를 계산합니다. SVM이 7종 각각의 확률을 내고, 가장 높은 확률이 0.75 이상이면서 세 장면 연속 같을 때만 확정합니다. 애매한 손은 오답 대신 다시 해 달라고 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정규화는 손 위치와 크기, 방향 차이를 없애는 단계입니다. 왼손은 오른손 기준으로 뒤집고, 손목을 원점으로, 손목에서 중지 뿌리까지 길이를 1로 맞춘 뒤 손바닥 방향으로 돌려 맞춥니다. 그다음 좌표 대신 손가락 굽힘, 펴진 방향, 손끝 거리 같은 23개 값을 씁니다. 좌표를 그대로 쓸 때보다 정답률이 77.6에서 88.7퍼센트로 올랐습니다. SVM은 공개 데이터 2만 7천여 건으로 학습했고, 정지 신호는 놓치면 위험해서 가중치를 10배 줬습니다. 판정 기준 0.75는 처음에 중간값으로 정했고, 마지막 평가 데이터로 바꿔 보니 0.80까지는 결과가 같고 0.85부터는 제대로 한 손도 막아서 0.75를 유지했습니다.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수신호는 크레인 표준신호 5종을 손 모양으로 바꾸고, 후진과 주의 2종을 더한 7종입니다. 표준은 팔 동작이라 그대로 옮긴 것은 아닙니다. 아래 주황 글자가 정답일 때 picar가 하는 동작입니다.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실물 시험에서 고친 것입니다. 신호가 바뀌자마자 직전 손모양이 오답으로 잡혀서 확인 버튼을 넣었습니다. 끝나지 않던 교육은 시도 3회와 10초 제한으로 고쳤습니다. picar가 멈춰도 화면은 정상으로 보이던 문제는 장치 응답을 끝까지 확인하게 바꿨습니다. 그리고 98.81%로 나온 정확도가 같은 사진이 학습과 평가에 섞여서 부풀려진 값이라는 것을 찾아, 촬영 묶음 단위로 나눠 다시 쟀습니다.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판정 결과입니다. 팀원 세 명이 7종을 10번씩 한 210시도에서 정답률 95.2%, 미판정률 4.8%였습니다. 미판정은 틀린 답이 아니라 다시 해 달라고 보류한 경우입니다. 다른 신호로 잘못 판정한 경우는 한 번도 없었습니다. 오른쪽은 수신호별 학습 데이터 수와 정답률입니다. 후진과 확인 완료에서 보류가 많았습니다. 학습은 공개 데이터로 하고, 점검은 촬영 묶음 단위로 5등분해 학습 80, 검증 20으로 다섯 번 돌렸습니다.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속도는 실제 장비로 정답 91시도를 쟀습니다. 판정은 95퍼센트가 0.046초 안에 끝났고, 판정 뒤 picar와 micro:bit가 명령을 받기까지는 0.089초였습니다. 슬로모션 카메라로 직접 세어 보면 손을 멈춘 뒤 반응 시작까지 0.14에서 0.24초였습니다.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한계입니다. 미판정 10건 중 7건이 오른쪽으로 기울인 손이었습니다. 평가자가 모두 팀원이라 처음 배우는 사람으로는 재지 못했습니다. 잘못 판정 0건도 210시도 기준이라 1.8% 이하로 읽어야 합니다. 그리고 크레인 표준은 팔 동작이라 손 모양은 저희가 재해석한 시안입니다.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역할입니다. 송승호 팀장이 AI Hand와 picar 하드웨어와 통합 시험, KPI 측정을, 이동혁이 손 인식과 판정, 회원 DB와 회사 사이트를, 조은수가 웹 교육 화면과 KPI 집계를, 김지훈이 학습 데이터와 시나리오, 결과보고서를 맡았습니다.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일정입니다. 첫 2주에 문제 정의와 설계를 하고, 추석 전에 학습 데이터를 확보했습니다. 그다음 분류기 학습과 통합을 하고, 4주차에 판정 흐름을 고치고 KPI를 측정했습니다. 마지막 주에 결과보고서와 발표를 준비했습니다. 감사합니다.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rot="0">
            <a:off x="685800" y="1143000"/>
            <a:ext cx="5487035" cy="3086735"/>
          </a:xfrm>
          <a:prstGeom prst="rect"/>
          <a:noFill/>
          <a:ln w="12700" cap="flat" cmpd="sng">
            <a:solidFill>
              <a:srgbClr val="000000">
                <a:alpha val="100000"/>
              </a:srgbClr>
            </a:solidFill>
            <a:prstDash val="solid"/>
          </a:ln>
        </p:spPr>
        <p:txBody>
          <a:bodyPr wrap="square" lIns="0" tIns="0" rIns="0" bIns="0" vert="horz" anchor="t">
            <a:noAutofit/>
          </a:bodyPr>
          <a:lstStyle/>
          <a:p>
            <a:pPr marL="0" indent="0"/>
          </a:p>
        </p:txBody>
      </p:sp>
      <p:sp>
        <p:nvSpPr>
          <p:cNvPr id="3" name="Notes Placeholder 2"/>
          <p:cNvSpPr txBox="1">
            <a:spLocks noGrp="1"/>
          </p:cNvSpPr>
          <p:nvPr>
            <p:ph type="body" idx="1"/>
          </p:nvPr>
        </p:nvSpPr>
        <p:spPr>
          <a:xfrm rot="0">
            <a:off x="685800" y="4400550"/>
            <a:ext cx="5487035" cy="3601085"/>
          </a:xfrm>
          <a:prstGeom prst="rect"/>
        </p:spPr>
        <p:txBody>
          <a:bodyPr wrap="square" lIns="91440" tIns="45720" rIns="91440" bIns="45720" numCol="1" vert="horz" anchor="t">
            <a:noAutofit/>
          </a:bodyPr>
          <a:lstStyle/>
          <a:p>
            <a:pPr marL="0" indent="0">
              <a:buFontTx/>
              <a:buNone/>
            </a:pPr>
            <a:r>
              <a:rPr lang="en-US"/>
              <a:t>일정입니다. 첫 2주에 문제 정의와 설계를 하고, 추석 전에 학습 데이터를 확보했습니다. 그다음 분류기 학습과 통합을 하고, 4주차에 판정 흐름을 고치고 KPI를 측정했습니다. 마지막 주에 결과보고서와 발표를 준비했습니다. 감사합니다.</a:t>
            </a:r>
          </a:p>
        </p:txBody>
      </p:sp>
      <p:sp>
        <p:nvSpPr>
          <p:cNvPr id="4" name="Slide Number Placeholder 3"/>
          <p:cNvSpPr txBox="1">
            <a:spLocks noGrp="1"/>
          </p:cNvSpPr>
          <p:nvPr>
            <p:ph type="sldNum" idx="10"/>
          </p:nvPr>
        </p:nvSpPr>
        <p:spPr>
          <a:xfrm rot="0">
            <a:off x="3884930" y="8685530"/>
            <a:ext cx="2972435" cy="459105"/>
          </a:xfrm>
          <a:prstGeom prst="rect"/>
        </p:spPr>
        <p:txBody>
          <a:bodyPr wrap="square" lIns="91440" tIns="45720" rIns="91440" bIns="45720" numCol="1" vert="horz" anchor="b">
            <a:noAutofit/>
          </a:bodyPr>
          <a:lstStyle/>
          <a:p>
            <a:pPr marL="0" indent="0">
              <a:buFontTx/>
              <a:buNone/>
            </a:pPr>
            <a:fld id="{B9320F77-B9A0-41C5-862A-B4B631284C64}" type="slidenum">
              <a:rPr lang="en-US"/>
              <a:t>14</a:t>
            </a:fld>
          </a:p>
        </p:txBody>
      </p:sp>
    </p:spTree>
  </p:cSld>
  <p:clrMapOvr>
    <a:masterClrMapping/>
  </p:clrMapOvr>
  <mc:AlternateContent xmlns:mc="http://schemas.openxmlformats.org/markup-compatibility/2006">
    <mc:Choice xmlns:p14="http://schemas.microsoft.com/office/powerpoint/2010/main" Requires="p14">
      <p:transition spd="slow" p14:dur="0"/>
    </mc:Choice>
    <mc:Fallback>
      <p:transition spd="slow"/>
    </mc:Fallback>
  </mc:AlternateContent>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3" Type="http://schemas.openxmlformats.org/officeDocument/2006/relationships/notesSlide" Target="../notesSlides/notesSlide1.xml"/><Relationship Id="rId4"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3"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3"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3"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3"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3" Type="http://schemas.openxmlformats.org/officeDocument/2006/relationships/notesSlide" Target="../notesSlides/notesSlide6.xml"/><Relationship Id="rId4"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3"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9" Type="http://schemas.openxmlformats.org/officeDocument/2006/relationships/notesSlide" Target="../notesSlides/notesSlide8.xml"/><Relationship Id="rId10"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3"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3"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chart" Target="../charts/chart1.xml"/><Relationship Id="rId3" Type="http://schemas.openxmlformats.org/officeDocument/2006/relationships/notesSlide" Target="../notesSlides/notesSlide11.xml"/><Relationship Id="rId4"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6" Type="http://schemas.openxmlformats.org/officeDocument/2006/relationships/notesSlide" Target="../notesSlides/notesSlide12.xml"/><Relationship Id="rId7"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3"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microsoft.com/office/2007/relationships/media" Target="../media/media1.mp4"/><Relationship Id="rId3" Type="http://schemas.openxmlformats.org/officeDocument/2006/relationships/video" Target="../media/media1.mp4"/><Relationship Id="rId4" Type="http://schemas.openxmlformats.org/officeDocument/2006/relationships/image" Target="../media/image1.jpg"/></Relationships>
</file>

<file path=ppt/slides/slide1.xml><?xml version="1.0" encoding="utf-8"?>
<p:sld xmlns:a="http://schemas.openxmlformats.org/drawingml/2006/main" xmlns:r="http://schemas.openxmlformats.org/officeDocument/2006/relationships" xmlns:p="http://schemas.openxmlformats.org/presentationml/2006/main" xmlns:p14="http://schemas.microsoft.com/office/powerpoint/2010/main">
  <p:cSld name="Slide 1">
    <p:bg>
      <p:bgPr>
        <a:solidFill>
          <a:srgbClr val="0D1217"/>
        </a:solidFill>
      </p:bgPr>
    </p:bg>
    <p:spTree>
      <p:nvGrpSpPr>
        <p:cNvPr id="1" name=""/>
        <p:cNvGrpSpPr/>
        <p:nvPr/>
      </p:nvGrpSpPr>
      <p:grpSpPr>
        <a:xfrm>
          <a:off x="0" y="0"/>
          <a:ext cx="0" cy="0"/>
          <a:chOff x="0" y="0"/>
          <a:chExt cx="0" cy="0"/>
        </a:xfrm>
      </p:grpSpPr>
      <p:sp>
        <p:nvSpPr>
          <p:cNvPr id="2" name="Shape 0"/>
          <p:cNvSpPr/>
          <p:nvPr/>
        </p:nvSpPr>
        <p:spPr>
          <a:xfrm>
            <a:off x="548640" y="567055"/>
            <a:ext cx="118745" cy="118745"/>
          </a:xfrm>
          <a:prstGeom prst="rect">
            <a:avLst/>
          </a:prstGeom>
          <a:solidFill>
            <a:srgbClr val="F97316"/>
          </a:solidFill>
          <a:ln w="12700">
            <a:solidFill>
              <a:srgbClr val="F97316"/>
            </a:solidFill>
            <a:prstDash val="solid"/>
          </a:ln>
        </p:spPr>
      </p:sp>
      <p:sp>
        <p:nvSpPr>
          <p:cNvPr id="3" name="Text 1"/>
          <p:cNvSpPr/>
          <p:nvPr/>
        </p:nvSpPr>
        <p:spPr>
          <a:xfrm>
            <a:off x="777240" y="457200"/>
            <a:ext cx="5486400" cy="320040"/>
          </a:xfrm>
          <a:prstGeom prst="rect">
            <a:avLst/>
          </a:prstGeom>
          <a:noFill/>
          <a:ln/>
        </p:spPr>
        <p:txBody>
          <a:bodyPr wrap="square" lIns="0" tIns="0" rIns="0" bIns="0" rtlCol="0" anchor="ctr"/>
          <a:lstStyle/>
          <a:p>
            <a:pPr indent="0" marL="0">
              <a:buNone/>
            </a:pPr>
            <a:r>
              <a:rPr lang="ko-KR" altLang="en-US" sz="1200" dirty="0">
                <a:solidFill>
                  <a:srgbClr val="94A3B8"/>
                </a:solidFill>
                <a:latin typeface="Malgun Gothic" pitchFamily="34" charset="0"/>
                <a:ea typeface="Malgun Gothic" pitchFamily="34" charset="-122"/>
                <a:cs typeface="Malgun Gothic" pitchFamily="34" charset="-120"/>
              </a:rPr>
              <a:t>심기일전  ·  2026 Physical AI 프로젝트</a:t>
            </a:r>
            <a:endParaRPr lang="ko-KR" sz="1200" dirty="0"/>
          </a:p>
        </p:txBody>
      </p:sp>
      <p:sp>
        <p:nvSpPr>
          <p:cNvPr id="4" name="Text 2"/>
          <p:cNvSpPr/>
          <p:nvPr/>
        </p:nvSpPr>
        <p:spPr>
          <a:xfrm>
            <a:off x="548640" y="1600200"/>
            <a:ext cx="5669280" cy="914400"/>
          </a:xfrm>
          <a:prstGeom prst="rect">
            <a:avLst/>
          </a:prstGeom>
          <a:noFill/>
          <a:ln/>
        </p:spPr>
        <p:txBody>
          <a:bodyPr wrap="square" lIns="0" tIns="0" rIns="0" bIns="0" rtlCol="0" anchor="ctr"/>
          <a:lstStyle/>
          <a:p>
            <a:pPr indent="0" marL="0">
              <a:buNone/>
            </a:pPr>
            <a:r>
              <a:rPr lang="ko-KR" altLang="en-US" sz="6000" b="1" dirty="0">
                <a:solidFill>
                  <a:srgbClr val="F1F5F9"/>
                </a:solidFill>
                <a:latin typeface="Malgun Gothic" pitchFamily="34" charset="0"/>
                <a:ea typeface="Malgun Gothic" pitchFamily="34" charset="-122"/>
                <a:cs typeface="Malgun Gothic" pitchFamily="34" charset="-120"/>
              </a:rPr>
              <a:t>SafeSign</a:t>
            </a:r>
            <a:endParaRPr lang="ko-KR" sz="6000" dirty="0"/>
          </a:p>
        </p:txBody>
      </p:sp>
      <p:sp>
        <p:nvSpPr>
          <p:cNvPr id="5" name="Text 3"/>
          <p:cNvSpPr>
            <a:spLocks/>
          </p:cNvSpPr>
          <p:nvPr/>
        </p:nvSpPr>
        <p:spPr>
          <a:xfrm rot="0">
            <a:off x="1544320" y="2515235"/>
            <a:ext cx="5669915" cy="823595"/>
          </a:xfrm>
          <a:prstGeom prst="rect"/>
          <a:noFill/>
          <a:ln cap="flat" cmpd="sng">
            <a:prstDash/>
          </a:ln>
        </p:spPr>
        <p:txBody>
          <a:bodyPr wrap="square" lIns="0" tIns="0" rIns="0" bIns="0" numCol="1" vert="horz" anchor="ctr">
            <a:noAutofit/>
          </a:bodyPr>
          <a:lstStyle/>
          <a:p>
            <a:pPr marL="0" indent="0">
              <a:buFontTx/>
              <a:buNone/>
            </a:pPr>
            <a:r>
              <a:rPr lang="ko-KR" altLang="en-US" sz="4400" b="1">
                <a:solidFill>
                  <a:srgbClr val="F97316"/>
                </a:solidFill>
                <a:latin typeface="Malgun Gothic" charset="0"/>
                <a:ea typeface="Malgun Gothic" charset="0"/>
                <a:cs typeface="Malgun Gothic" charset="0"/>
              </a:rPr>
              <a:t>Physical</a:t>
            </a:r>
            <a:r>
              <a:rPr lang="ko-KR" altLang="en-US" sz="4400" b="1">
                <a:solidFill>
                  <a:srgbClr val="F97316"/>
                </a:solidFill>
                <a:latin typeface="Malgun Gothic" charset="0"/>
                <a:ea typeface="Malgun Gothic" charset="0"/>
                <a:cs typeface="Malgun Gothic" charset="0"/>
              </a:rPr>
              <a:t> </a:t>
            </a:r>
            <a:r>
              <a:rPr lang="ko-KR" altLang="en-US" sz="4400" b="1">
                <a:solidFill>
                  <a:srgbClr val="F97316"/>
                </a:solidFill>
                <a:latin typeface="Malgun Gothic" charset="0"/>
                <a:ea typeface="Malgun Gothic" charset="0"/>
                <a:cs typeface="Malgun Gothic" charset="0"/>
              </a:rPr>
              <a:t>AI</a:t>
            </a:r>
            <a:endParaRPr lang="ko-KR" altLang="en-US" sz="4400" b="1">
              <a:solidFill>
                <a:srgbClr val="F97316"/>
              </a:solidFill>
              <a:latin typeface="Malgun Gothic" charset="0"/>
              <a:ea typeface="Malgun Gothic" charset="0"/>
              <a:cs typeface="Malgun Gothic" charset="0"/>
            </a:endParaRPr>
          </a:p>
        </p:txBody>
      </p:sp>
      <p:sp>
        <p:nvSpPr>
          <p:cNvPr id="6" name="Text 4"/>
          <p:cNvSpPr/>
          <p:nvPr/>
        </p:nvSpPr>
        <p:spPr>
          <a:xfrm>
            <a:off x="548640" y="3520440"/>
            <a:ext cx="5669280" cy="914400"/>
          </a:xfrm>
          <a:prstGeom prst="rect">
            <a:avLst/>
          </a:prstGeom>
          <a:noFill/>
          <a:ln/>
        </p:spPr>
        <p:txBody>
          <a:bodyPr wrap="square" lIns="0" tIns="0" rIns="0" bIns="0" rtlCol="0" anchor="t"/>
          <a:lstStyle/>
          <a:p>
            <a:pPr indent="0" marL="0">
              <a:lnSpc>
                <a:spcPct val="115000"/>
              </a:lnSpc>
              <a:buNone/>
            </a:pPr>
            <a:r>
              <a:rPr lang="ko-KR" altLang="en-US" sz="1900" dirty="0">
                <a:solidFill>
                  <a:srgbClr val="F1F5F9"/>
                </a:solidFill>
                <a:latin typeface="Malgun Gothic" pitchFamily="34" charset="0"/>
                <a:ea typeface="Malgun Gothic" pitchFamily="34" charset="-122"/>
                <a:cs typeface="Malgun Gothic" pitchFamily="34" charset="-120"/>
              </a:rPr>
              <a:t>로봇 손 시범 → 카메라 판정 → </a:t>
            </a:r>
            <a:pPr indent="0" marL="0">
              <a:lnSpc>
                <a:spcPct val="115000"/>
              </a:lnSpc>
              <a:buNone/>
            </a:pPr>
            <a:r>
              <a:rPr lang="ko-KR" altLang="en-US" sz="1900" b="1" dirty="0">
                <a:solidFill>
                  <a:srgbClr val="F97316"/>
                </a:solidFill>
                <a:latin typeface="Malgun Gothic" pitchFamily="34" charset="0"/>
                <a:ea typeface="Malgun Gothic" pitchFamily="34" charset="-122"/>
                <a:cs typeface="Malgun Gothic" pitchFamily="34" charset="-120"/>
              </a:rPr>
              <a:t>picar로 결과 표시</a:t>
            </a:r>
            <a:pPr indent="0" marL="0">
              <a:lnSpc>
                <a:spcPct val="115000"/>
              </a:lnSpc>
              <a:buNone/>
            </a:pPr>
            <a:endParaRPr lang="ko-KR" sz="1900" dirty="0"/>
          </a:p>
          <a:p>
            <a:pPr indent="0" marL="0">
              <a:lnSpc>
                <a:spcPct val="115000"/>
              </a:lnSpc>
              <a:buNone/>
            </a:pPr>
            <a:r>
              <a:rPr lang="ko-KR" altLang="en-US" sz="1900" dirty="0">
                <a:solidFill>
                  <a:srgbClr val="F1F5F9"/>
                </a:solidFill>
                <a:latin typeface="Malgun Gothic" pitchFamily="34" charset="0"/>
                <a:ea typeface="Malgun Gothic" pitchFamily="34" charset="-122"/>
                <a:cs typeface="Malgun Gothic" pitchFamily="34" charset="-120"/>
              </a:rPr>
              <a:t>산업 안전 수신호 교육 키트</a:t>
            </a:r>
            <a:endParaRPr lang="ko-KR" sz="1900" dirty="0"/>
          </a:p>
        </p:txBody>
      </p:sp>
      <p:sp>
        <p:nvSpPr>
          <p:cNvPr id="7" name="Shape 5"/>
          <p:cNvSpPr>
            <a:spLocks/>
          </p:cNvSpPr>
          <p:nvPr/>
        </p:nvSpPr>
        <p:spPr>
          <a:xfrm rot="0">
            <a:off x="548640" y="4789170"/>
            <a:ext cx="1737995" cy="869315"/>
          </a:xfrm>
          <a:prstGeom prst="rect"/>
          <a:solidFill>
            <a:srgbClr val="121820"/>
          </a:solidFill>
          <a:ln w="12700" cap="flat" cmpd="sng">
            <a:solidFill>
              <a:srgbClr val="263241">
                <a:alpha val="100000"/>
              </a:srgbClr>
            </a:solidFill>
            <a:prstDash val="solid"/>
          </a:ln>
        </p:spPr>
        <p:txBody>
          <a:bodyPr wrap="square" lIns="0" tIns="0" rIns="0" bIns="0" vert="horz" anchor="t">
            <a:noAutofit/>
          </a:bodyPr>
          <a:lstStyle/>
          <a:p>
            <a:pPr marL="0" indent="0"/>
            <a:endParaRPr lang="ko-KR" altLang="en-US"/>
          </a:p>
        </p:txBody>
      </p:sp>
      <p:sp>
        <p:nvSpPr>
          <p:cNvPr id="8" name="Text 6"/>
          <p:cNvSpPr/>
          <p:nvPr/>
        </p:nvSpPr>
        <p:spPr>
          <a:xfrm>
            <a:off x="713105" y="4892040"/>
            <a:ext cx="1463040" cy="274320"/>
          </a:xfrm>
          <a:prstGeom prst="rect">
            <a:avLst/>
          </a:prstGeom>
          <a:noFill/>
          <a:ln/>
        </p:spPr>
        <p:txBody>
          <a:bodyPr wrap="square" lIns="0" tIns="0" rIns="0" bIns="0" rtlCol="0" anchor="ctr"/>
          <a:lstStyle/>
          <a:p>
            <a:pPr indent="0" marL="0">
              <a:buNone/>
            </a:pPr>
            <a:r>
              <a:rPr lang="ko-KR" altLang="en-US" sz="1100" dirty="0">
                <a:solidFill>
                  <a:srgbClr val="94A3B8"/>
                </a:solidFill>
                <a:latin typeface="Malgun Gothic" pitchFamily="34" charset="0"/>
                <a:ea typeface="Malgun Gothic" pitchFamily="34" charset="-122"/>
                <a:cs typeface="Malgun Gothic" pitchFamily="34" charset="-120"/>
              </a:rPr>
              <a:t>수신호</a:t>
            </a:r>
            <a:endParaRPr lang="ko-KR" sz="1100" dirty="0"/>
          </a:p>
        </p:txBody>
      </p:sp>
      <p:sp>
        <p:nvSpPr>
          <p:cNvPr id="9" name="Text 7"/>
          <p:cNvSpPr/>
          <p:nvPr/>
        </p:nvSpPr>
        <p:spPr>
          <a:xfrm>
            <a:off x="713105" y="5166360"/>
            <a:ext cx="1508760" cy="411480"/>
          </a:xfrm>
          <a:prstGeom prst="rect">
            <a:avLst/>
          </a:prstGeom>
          <a:noFill/>
          <a:ln/>
        </p:spPr>
        <p:txBody>
          <a:bodyPr wrap="square" lIns="0" tIns="0" rIns="0" bIns="0" rtlCol="0" anchor="ctr"/>
          <a:lstStyle/>
          <a:p>
            <a:pPr indent="0" marL="0">
              <a:buNone/>
            </a:pPr>
            <a:r>
              <a:rPr lang="ko-KR" altLang="en-US" sz="2000" b="1" dirty="0">
                <a:solidFill>
                  <a:srgbClr val="F1F5F9"/>
                </a:solidFill>
                <a:latin typeface="Malgun Gothic" pitchFamily="34" charset="0"/>
                <a:ea typeface="Malgun Gothic" pitchFamily="34" charset="-122"/>
                <a:cs typeface="Malgun Gothic" pitchFamily="34" charset="-120"/>
              </a:rPr>
              <a:t>7종</a:t>
            </a:r>
            <a:endParaRPr lang="ko-KR" sz="2000" dirty="0"/>
          </a:p>
        </p:txBody>
      </p:sp>
      <p:sp>
        <p:nvSpPr>
          <p:cNvPr id="10" name="Shape 8"/>
          <p:cNvSpPr/>
          <p:nvPr/>
        </p:nvSpPr>
        <p:spPr>
          <a:xfrm>
            <a:off x="2423160" y="4800600"/>
            <a:ext cx="1737360" cy="868680"/>
          </a:xfrm>
          <a:prstGeom prst="rect">
            <a:avLst/>
          </a:prstGeom>
          <a:solidFill>
            <a:srgbClr val="121820"/>
          </a:solidFill>
          <a:ln w="12700">
            <a:solidFill>
              <a:srgbClr val="263241"/>
            </a:solidFill>
            <a:prstDash val="solid"/>
          </a:ln>
        </p:spPr>
      </p:sp>
      <p:sp>
        <p:nvSpPr>
          <p:cNvPr id="11" name="Text 9"/>
          <p:cNvSpPr/>
          <p:nvPr/>
        </p:nvSpPr>
        <p:spPr>
          <a:xfrm>
            <a:off x="2587625" y="4892040"/>
            <a:ext cx="1463040" cy="274320"/>
          </a:xfrm>
          <a:prstGeom prst="rect">
            <a:avLst/>
          </a:prstGeom>
          <a:noFill/>
          <a:ln/>
        </p:spPr>
        <p:txBody>
          <a:bodyPr wrap="square" lIns="0" tIns="0" rIns="0" bIns="0" rtlCol="0" anchor="ctr"/>
          <a:lstStyle/>
          <a:p>
            <a:pPr indent="0" marL="0">
              <a:buNone/>
            </a:pPr>
            <a:r>
              <a:rPr lang="ko-KR" altLang="en-US" sz="1100" dirty="0">
                <a:solidFill>
                  <a:srgbClr val="94A3B8"/>
                </a:solidFill>
                <a:latin typeface="Malgun Gothic" pitchFamily="34" charset="0"/>
                <a:ea typeface="Malgun Gothic" pitchFamily="34" charset="-122"/>
                <a:cs typeface="Malgun Gothic" pitchFamily="34" charset="-120"/>
              </a:rPr>
              <a:t>판정 KPI</a:t>
            </a:r>
            <a:endParaRPr lang="ko-KR" sz="1100" dirty="0"/>
          </a:p>
        </p:txBody>
      </p:sp>
      <p:sp>
        <p:nvSpPr>
          <p:cNvPr id="12" name="Text 10"/>
          <p:cNvSpPr/>
          <p:nvPr/>
        </p:nvSpPr>
        <p:spPr>
          <a:xfrm>
            <a:off x="2587625" y="5166360"/>
            <a:ext cx="1508760" cy="411480"/>
          </a:xfrm>
          <a:prstGeom prst="rect">
            <a:avLst/>
          </a:prstGeom>
          <a:noFill/>
          <a:ln/>
        </p:spPr>
        <p:txBody>
          <a:bodyPr wrap="square" lIns="0" tIns="0" rIns="0" bIns="0" rtlCol="0" anchor="ctr"/>
          <a:lstStyle/>
          <a:p>
            <a:pPr indent="0" marL="0">
              <a:buNone/>
            </a:pPr>
            <a:r>
              <a:rPr lang="ko-KR" altLang="en-US" sz="2000" b="1" dirty="0">
                <a:solidFill>
                  <a:srgbClr val="F1F5F9"/>
                </a:solidFill>
                <a:latin typeface="Malgun Gothic" pitchFamily="34" charset="0"/>
                <a:ea typeface="Malgun Gothic" pitchFamily="34" charset="-122"/>
                <a:cs typeface="Malgun Gothic" pitchFamily="34" charset="-120"/>
              </a:rPr>
              <a:t>7개 달성</a:t>
            </a:r>
            <a:endParaRPr lang="ko-KR" sz="2000" dirty="0"/>
          </a:p>
        </p:txBody>
      </p:sp>
      <p:sp>
        <p:nvSpPr>
          <p:cNvPr id="13" name="Shape 11"/>
          <p:cNvSpPr/>
          <p:nvPr/>
        </p:nvSpPr>
        <p:spPr>
          <a:xfrm>
            <a:off x="4297680" y="4800600"/>
            <a:ext cx="1737360" cy="868680"/>
          </a:xfrm>
          <a:prstGeom prst="rect">
            <a:avLst/>
          </a:prstGeom>
          <a:solidFill>
            <a:srgbClr val="121820"/>
          </a:solidFill>
          <a:ln w="12700">
            <a:solidFill>
              <a:srgbClr val="263241"/>
            </a:solidFill>
            <a:prstDash val="solid"/>
          </a:ln>
        </p:spPr>
      </p:sp>
      <p:sp>
        <p:nvSpPr>
          <p:cNvPr id="14" name="Text 12"/>
          <p:cNvSpPr/>
          <p:nvPr/>
        </p:nvSpPr>
        <p:spPr>
          <a:xfrm>
            <a:off x="4462145" y="4892040"/>
            <a:ext cx="1463040" cy="274320"/>
          </a:xfrm>
          <a:prstGeom prst="rect">
            <a:avLst/>
          </a:prstGeom>
          <a:noFill/>
          <a:ln/>
        </p:spPr>
        <p:txBody>
          <a:bodyPr wrap="square" lIns="0" tIns="0" rIns="0" bIns="0" rtlCol="0" anchor="ctr"/>
          <a:lstStyle/>
          <a:p>
            <a:pPr indent="0" marL="0">
              <a:buNone/>
            </a:pPr>
            <a:r>
              <a:rPr lang="ko-KR" altLang="en-US" sz="1100" dirty="0">
                <a:solidFill>
                  <a:srgbClr val="94A3B8"/>
                </a:solidFill>
                <a:latin typeface="Malgun Gothic" pitchFamily="34" charset="0"/>
                <a:ea typeface="Malgun Gothic" pitchFamily="34" charset="-122"/>
                <a:cs typeface="Malgun Gothic" pitchFamily="34" charset="-120"/>
              </a:rPr>
              <a:t>오분류</a:t>
            </a:r>
            <a:endParaRPr lang="ko-KR" sz="1100" dirty="0"/>
          </a:p>
        </p:txBody>
      </p:sp>
      <p:sp>
        <p:nvSpPr>
          <p:cNvPr id="15" name="Text 13"/>
          <p:cNvSpPr/>
          <p:nvPr/>
        </p:nvSpPr>
        <p:spPr>
          <a:xfrm>
            <a:off x="4462145" y="5166360"/>
            <a:ext cx="1508760" cy="411480"/>
          </a:xfrm>
          <a:prstGeom prst="rect">
            <a:avLst/>
          </a:prstGeom>
          <a:noFill/>
          <a:ln/>
        </p:spPr>
        <p:txBody>
          <a:bodyPr wrap="square" lIns="0" tIns="0" rIns="0" bIns="0" rtlCol="0" anchor="ctr"/>
          <a:lstStyle/>
          <a:p>
            <a:pPr indent="0" marL="0">
              <a:buNone/>
            </a:pPr>
            <a:r>
              <a:rPr lang="ko-KR" altLang="en-US" sz="2000" b="1" dirty="0">
                <a:solidFill>
                  <a:srgbClr val="F1F5F9"/>
                </a:solidFill>
                <a:latin typeface="Malgun Gothic" pitchFamily="34" charset="0"/>
                <a:ea typeface="Malgun Gothic" pitchFamily="34" charset="-122"/>
                <a:cs typeface="Malgun Gothic" pitchFamily="34" charset="-120"/>
              </a:rPr>
              <a:t>0 / 210</a:t>
            </a:r>
            <a:endParaRPr lang="ko-KR" sz="2000" dirty="0"/>
          </a:p>
        </p:txBody>
      </p:sp>
      <p:sp>
        <p:nvSpPr>
          <p:cNvPr id="16" name="Text 14"/>
          <p:cNvSpPr>
            <a:spLocks/>
          </p:cNvSpPr>
          <p:nvPr/>
        </p:nvSpPr>
        <p:spPr>
          <a:xfrm rot="0">
            <a:off x="548640" y="5988685"/>
            <a:ext cx="6401435" cy="514985"/>
          </a:xfrm>
          <a:prstGeom prst="rect"/>
          <a:noFill/>
          <a:ln cap="flat" cmpd="sng">
            <a:prstDash/>
          </a:ln>
        </p:spPr>
        <p:txBody>
          <a:bodyPr wrap="square" lIns="0" tIns="0" rIns="0" bIns="0" numCol="1" vert="horz" anchor="ctr">
            <a:noAutofit/>
          </a:bodyPr>
          <a:lstStyle/>
          <a:p>
            <a:pPr marL="0" indent="0">
              <a:buFontTx/>
              <a:buNone/>
            </a:pPr>
            <a:r>
              <a:rPr lang="ko-KR" altLang="en-US" sz="1800" b="1">
                <a:solidFill>
                  <a:srgbClr val="94A3B8"/>
                </a:solidFill>
                <a:latin typeface="Malgun Gothic" charset="0"/>
                <a:ea typeface="Malgun Gothic" charset="0"/>
                <a:cs typeface="Malgun Gothic" charset="0"/>
              </a:rPr>
              <a:t>송승호(팀장) · 이동혁 · 조은수 · 김지훈      발표: 김지훈</a:t>
            </a:r>
            <a:endParaRPr lang="ko-KR" altLang="en-US" sz="1800" b="1">
              <a:solidFill>
                <a:srgbClr val="94A3B8"/>
              </a:solidFill>
              <a:latin typeface="Malgun Gothic" charset="0"/>
              <a:ea typeface="Malgun Gothic" charset="0"/>
              <a:cs typeface="Malgun Gothic" charset="0"/>
            </a:endParaRPr>
          </a:p>
        </p:txBody>
      </p:sp>
      <p:pic>
        <p:nvPicPr>
          <p:cNvPr id="18" name="Image 0" descr="C:/Users/kliyy/AppData/Roaming/PolarisOffice/ETemp/6608_15076712/image-1-1.jpg"/>
          <p:cNvPicPr>
            <a:picLocks noChangeAspect="1"/>
          </p:cNvPicPr>
          <p:nvPr/>
        </p:nvPicPr>
        <p:blipFill rotWithShape="1">
          <a:blip r:embed="rId1" cstate="print">
            <a:extLst>
              <a:ext uri="{28A0092B-C50C-407E-A947-70E740481C1C}">
                <a14:useLocalDpi xmlns:a14="http://schemas.microsoft.com/office/drawing/2010/main" val="0"/>
              </a:ext>
            </a:extLst>
          </a:blip>
          <a:stretch>
            <a:fillRect/>
          </a:stretch>
        </p:blipFill>
        <p:spPr>
          <a:xfrm rot="0">
            <a:off x="6435090" y="1600200"/>
            <a:ext cx="5197475" cy="3591560"/>
          </a:xfrm>
          <a:prstGeom prst="rect"/>
          <a:noFill/>
        </p:spPr>
      </p:pic>
      <p:sp>
        <p:nvSpPr>
          <p:cNvPr id="19" name="Text 16"/>
          <p:cNvSpPr>
            <a:spLocks/>
          </p:cNvSpPr>
          <p:nvPr/>
        </p:nvSpPr>
        <p:spPr>
          <a:xfrm rot="0">
            <a:off x="6610985" y="5221605"/>
            <a:ext cx="5197475" cy="274955"/>
          </a:xfrm>
          <a:prstGeom prst="rect"/>
          <a:noFill/>
          <a:ln cap="flat" cmpd="sng">
            <a:prstDash/>
          </a:ln>
        </p:spPr>
        <p:txBody>
          <a:bodyPr wrap="square" lIns="0" tIns="0" rIns="0" bIns="0" numCol="1" vert="horz" anchor="ctr">
            <a:noAutofit/>
          </a:bodyPr>
          <a:lstStyle/>
          <a:p>
            <a:pPr marL="0" indent="0">
              <a:buFontTx/>
              <a:buNone/>
            </a:pPr>
            <a:r>
              <a:rPr lang="ko-KR" altLang="en-US" sz="1100">
                <a:solidFill>
                  <a:srgbClr val="94A3B8"/>
                </a:solidFill>
                <a:latin typeface="Malgun Gothic" charset="0"/>
                <a:ea typeface="Malgun Gothic" charset="0"/>
                <a:cs typeface="Malgun Gothic" charset="0"/>
              </a:rPr>
              <a:t>교육 </a:t>
            </a:r>
            <a:r>
              <a:rPr lang="ko-KR" altLang="en-US" sz="1100">
                <a:solidFill>
                  <a:srgbClr val="94A3B8"/>
                </a:solidFill>
                <a:latin typeface="Malgun Gothic" charset="0"/>
                <a:ea typeface="Malgun Gothic" charset="0"/>
                <a:cs typeface="Malgun Gothic" charset="0"/>
              </a:rPr>
              <a:t>진</a:t>
            </a:r>
            <a:r>
              <a:rPr lang="ko-KR" altLang="en-US" sz="1100">
                <a:solidFill>
                  <a:srgbClr val="94A3B8"/>
                </a:solidFill>
                <a:latin typeface="Malgun Gothic" charset="0"/>
                <a:ea typeface="Malgun Gothic" charset="0"/>
                <a:cs typeface="Malgun Gothic" charset="0"/>
              </a:rPr>
              <a:t>행</a:t>
            </a:r>
            <a:r>
              <a:rPr lang="ko-KR" altLang="en-US" sz="1100">
                <a:solidFill>
                  <a:srgbClr val="94A3B8"/>
                </a:solidFill>
                <a:latin typeface="Malgun Gothic" charset="0"/>
                <a:ea typeface="Malgun Gothic" charset="0"/>
                <a:cs typeface="Malgun Gothic" charset="0"/>
              </a:rPr>
              <a:t> 화면</a:t>
            </a:r>
            <a:endParaRPr lang="ko-KR" altLang="en-US" sz="1100">
              <a:solidFill>
                <a:srgbClr val="94A3B8"/>
              </a:solidFill>
              <a:latin typeface="Malgun Gothic" charset="0"/>
              <a:ea typeface="Malgun Gothic" charset="0"/>
              <a:cs typeface="Malgun Gothic" charset="0"/>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xmlns:p14="http://schemas.microsoft.com/office/powerpoint/2010/main">
  <p:cSld name="Slide 2">
    <p:bg>
      <p:bgPr>
        <a:solidFill>
          <a:srgbClr val="0D1217"/>
        </a:solidFill>
      </p:bgPr>
    </p:bg>
    <p:spTree>
      <p:nvGrpSpPr>
        <p:cNvPr id="1" name=""/>
        <p:cNvGrpSpPr/>
        <p:nvPr/>
      </p:nvGrpSpPr>
      <p:grpSpPr>
        <a:xfrm>
          <a:off x="0" y="0"/>
          <a:ext cx="0" cy="0"/>
          <a:chOff x="0" y="0"/>
          <a:chExt cx="0" cy="0"/>
        </a:xfrm>
      </p:grpSpPr>
      <p:sp>
        <p:nvSpPr>
          <p:cNvPr id="2" name="Shape 0"/>
          <p:cNvSpPr/>
          <p:nvPr/>
        </p:nvSpPr>
        <p:spPr>
          <a:xfrm>
            <a:off x="548640" y="457200"/>
            <a:ext cx="100330" cy="100330"/>
          </a:xfrm>
          <a:prstGeom prst="rect">
            <a:avLst/>
          </a:prstGeom>
          <a:solidFill>
            <a:srgbClr val="F97316"/>
          </a:solidFill>
          <a:ln w="12700">
            <a:solidFill>
              <a:srgbClr val="F97316"/>
            </a:solidFill>
            <a:prstDash val="solid"/>
          </a:ln>
        </p:spPr>
      </p:sp>
      <p:sp>
        <p:nvSpPr>
          <p:cNvPr id="3" name="Text 1"/>
          <p:cNvSpPr>
            <a:spLocks/>
          </p:cNvSpPr>
          <p:nvPr/>
        </p:nvSpPr>
        <p:spPr>
          <a:xfrm rot="0">
            <a:off x="749935" y="368300"/>
            <a:ext cx="7315835" cy="293370"/>
          </a:xfrm>
          <a:prstGeom prst="rect"/>
          <a:noFill/>
          <a:ln cap="flat" cmpd="sng">
            <a:prstDash/>
          </a:ln>
        </p:spPr>
        <p:txBody>
          <a:bodyPr wrap="square" lIns="0" tIns="0" rIns="0" bIns="0" numCol="1" vert="horz" anchor="ctr">
            <a:noAutofit/>
          </a:bodyPr>
          <a:lstStyle/>
          <a:p>
            <a:pPr marL="0" indent="0">
              <a:buFontTx/>
              <a:buNone/>
            </a:pPr>
            <a:r>
              <a:rPr lang="ko-KR" altLang="en-US" sz="1200">
                <a:solidFill>
                  <a:srgbClr val="94A3B8"/>
                </a:solidFill>
                <a:latin typeface="Malgun Gothic" charset="0"/>
                <a:ea typeface="Malgun Gothic" charset="0"/>
                <a:cs typeface="Malgun Gothic" charset="0"/>
              </a:rPr>
              <a:t>02   배경</a:t>
            </a:r>
            <a:endParaRPr lang="ko-KR" altLang="en-US" sz="1200">
              <a:solidFill>
                <a:srgbClr val="94A3B8"/>
              </a:solidFill>
              <a:latin typeface="Malgun Gothic" charset="0"/>
              <a:ea typeface="Malgun Gothic" charset="0"/>
              <a:cs typeface="Malgun Gothic" charset="0"/>
            </a:endParaRPr>
          </a:p>
        </p:txBody>
      </p:sp>
      <p:sp>
        <p:nvSpPr>
          <p:cNvPr id="4" name="Text 2"/>
          <p:cNvSpPr/>
          <p:nvPr/>
        </p:nvSpPr>
        <p:spPr>
          <a:xfrm>
            <a:off x="10546080" y="6446520"/>
            <a:ext cx="1097280" cy="228600"/>
          </a:xfrm>
          <a:prstGeom prst="rect">
            <a:avLst/>
          </a:prstGeom>
          <a:noFill/>
          <a:ln/>
        </p:spPr>
        <p:txBody>
          <a:bodyPr wrap="square" lIns="0" tIns="0" rIns="0" bIns="0" rtlCol="0" anchor="ctr"/>
          <a:lstStyle/>
          <a:p>
            <a:pPr algn="r" indent="0" marL="0">
              <a:buNone/>
            </a:pPr>
            <a:r>
              <a:rPr lang="ko-KR" altLang="en-US" sz="900" dirty="0">
                <a:solidFill>
                  <a:srgbClr val="64748B"/>
                </a:solidFill>
                <a:latin typeface="Consolas" pitchFamily="34" charset="0"/>
                <a:ea typeface="Consolas" pitchFamily="34" charset="-122"/>
                <a:cs typeface="Consolas" pitchFamily="34" charset="-120"/>
              </a:rPr>
              <a:t>02 / 15</a:t>
            </a:r>
            <a:endParaRPr lang="ko-KR" sz="900" dirty="0"/>
          </a:p>
        </p:txBody>
      </p:sp>
      <p:sp>
        <p:nvSpPr>
          <p:cNvPr id="5" name="Text 3"/>
          <p:cNvSpPr/>
          <p:nvPr/>
        </p:nvSpPr>
        <p:spPr>
          <a:xfrm>
            <a:off x="548640" y="6446520"/>
            <a:ext cx="3657600" cy="228600"/>
          </a:xfrm>
          <a:prstGeom prst="rect">
            <a:avLst/>
          </a:prstGeom>
          <a:noFill/>
          <a:ln/>
        </p:spPr>
        <p:txBody>
          <a:bodyPr wrap="square" lIns="0" tIns="0" rIns="0" bIns="0" rtlCol="0" anchor="ctr"/>
          <a:lstStyle/>
          <a:p>
            <a:pPr indent="0" marL="0">
              <a:buNone/>
            </a:pPr>
            <a:r>
              <a:rPr lang="ko-KR" altLang="en-US" sz="900" dirty="0">
                <a:solidFill>
                  <a:srgbClr val="64748B"/>
                </a:solidFill>
                <a:latin typeface="Malgun Gothic" pitchFamily="34" charset="0"/>
                <a:ea typeface="Malgun Gothic" pitchFamily="34" charset="-122"/>
                <a:cs typeface="Malgun Gothic" pitchFamily="34" charset="-120"/>
              </a:rPr>
              <a:t>SafeSign PhysicalAI · 심기일전</a:t>
            </a:r>
            <a:endParaRPr lang="ko-KR" sz="900" dirty="0"/>
          </a:p>
        </p:txBody>
      </p:sp>
      <p:sp>
        <p:nvSpPr>
          <p:cNvPr id="6" name="Text 4"/>
          <p:cNvSpPr>
            <a:spLocks/>
          </p:cNvSpPr>
          <p:nvPr/>
        </p:nvSpPr>
        <p:spPr>
          <a:xfrm rot="0">
            <a:off x="548640" y="694690"/>
            <a:ext cx="11095355" cy="747395"/>
          </a:xfrm>
          <a:prstGeom prst="rect"/>
          <a:noFill/>
          <a:ln cap="flat" cmpd="sng">
            <a:prstDash/>
          </a:ln>
        </p:spPr>
        <p:txBody>
          <a:bodyPr wrap="square" lIns="0" tIns="0" rIns="0" bIns="0" numCol="1" vert="horz" anchor="t">
            <a:noAutofit/>
          </a:bodyPr>
          <a:lstStyle/>
          <a:p>
            <a:pPr marL="0" indent="0">
              <a:buFontTx/>
              <a:buNone/>
            </a:pPr>
            <a:r>
              <a:rPr lang="ko-KR" altLang="en-US" sz="3000" b="1">
                <a:solidFill>
                  <a:srgbClr val="F1F5F9"/>
                </a:solidFill>
                <a:latin typeface="Malgun Gothic" charset="0"/>
                <a:ea typeface="Malgun Gothic" charset="0"/>
                <a:cs typeface="Malgun Gothic" charset="0"/>
              </a:rPr>
              <a:t>개요</a:t>
            </a:r>
            <a:endParaRPr lang="ko-KR" altLang="en-US" sz="3000" b="1">
              <a:solidFill>
                <a:srgbClr val="F1F5F9"/>
              </a:solidFill>
              <a:latin typeface="Malgun Gothic" charset="0"/>
              <a:ea typeface="Malgun Gothic" charset="0"/>
              <a:cs typeface="Malgun Gothic" charset="0"/>
            </a:endParaRPr>
          </a:p>
        </p:txBody>
      </p:sp>
      <p:sp>
        <p:nvSpPr>
          <p:cNvPr id="7" name="Text 5"/>
          <p:cNvSpPr/>
          <p:nvPr/>
        </p:nvSpPr>
        <p:spPr>
          <a:xfrm>
            <a:off x="548640" y="1783080"/>
            <a:ext cx="2377440" cy="822960"/>
          </a:xfrm>
          <a:prstGeom prst="rect">
            <a:avLst/>
          </a:prstGeom>
          <a:noFill/>
          <a:ln/>
        </p:spPr>
        <p:txBody>
          <a:bodyPr wrap="square" lIns="0" tIns="0" rIns="0" bIns="0" rtlCol="0" anchor="ctr"/>
          <a:lstStyle/>
          <a:p>
            <a:pPr indent="0" marL="0">
              <a:buNone/>
            </a:pPr>
            <a:r>
              <a:rPr lang="ko-KR" altLang="en-US" sz="4400" b="1" dirty="0">
                <a:solidFill>
                  <a:srgbClr val="F97316"/>
                </a:solidFill>
                <a:latin typeface="Malgun Gothic" pitchFamily="34" charset="0"/>
                <a:ea typeface="Malgun Gothic" pitchFamily="34" charset="-122"/>
                <a:cs typeface="Malgun Gothic" pitchFamily="34" charset="-120"/>
              </a:rPr>
              <a:t>13.0%</a:t>
            </a:r>
            <a:endParaRPr lang="ko-KR" sz="4400" dirty="0"/>
          </a:p>
        </p:txBody>
      </p:sp>
      <p:sp>
        <p:nvSpPr>
          <p:cNvPr id="8" name="Text 6"/>
          <p:cNvSpPr>
            <a:spLocks/>
          </p:cNvSpPr>
          <p:nvPr/>
        </p:nvSpPr>
        <p:spPr>
          <a:xfrm rot="0">
            <a:off x="3063240" y="1869440"/>
            <a:ext cx="8413115" cy="640715"/>
          </a:xfrm>
          <a:prstGeom prst="rect"/>
          <a:noFill/>
          <a:ln cap="flat" cmpd="sng">
            <a:prstDash/>
          </a:ln>
        </p:spPr>
        <p:txBody>
          <a:bodyPr wrap="square" lIns="0" tIns="0" rIns="0" bIns="0" numCol="1" vert="horz" anchor="ctr">
            <a:noAutofit/>
          </a:bodyPr>
          <a:lstStyle/>
          <a:p>
            <a:pPr marL="0" indent="0">
              <a:buFontTx/>
              <a:buNone/>
            </a:pPr>
            <a:r>
              <a:rPr lang="ko-KR" altLang="en-US" sz="2000">
                <a:solidFill>
                  <a:srgbClr val="F1F5F9"/>
                </a:solidFill>
                <a:latin typeface="Malgun Gothic" charset="0"/>
                <a:ea typeface="Malgun Gothic" charset="0"/>
                <a:cs typeface="Malgun Gothic" charset="0"/>
              </a:rPr>
              <a:t>타워크레인</a:t>
            </a:r>
            <a:r>
              <a:rPr lang="ko-KR" altLang="en-US" sz="2000">
                <a:solidFill>
                  <a:srgbClr val="F1F5F9"/>
                </a:solidFill>
                <a:latin typeface="Malgun Gothic" charset="0"/>
                <a:ea typeface="Malgun Gothic" charset="0"/>
                <a:cs typeface="Malgun Gothic" charset="0"/>
              </a:rPr>
              <a:t> </a:t>
            </a:r>
            <a:r>
              <a:rPr lang="ko-KR" altLang="en-US" sz="2000">
                <a:solidFill>
                  <a:srgbClr val="F1F5F9"/>
                </a:solidFill>
                <a:latin typeface="Malgun Gothic" charset="0"/>
                <a:ea typeface="Malgun Gothic" charset="0"/>
                <a:cs typeface="Malgun Gothic" charset="0"/>
              </a:rPr>
              <a:t>양중작업</a:t>
            </a:r>
            <a:r>
              <a:rPr lang="ko-KR" altLang="en-US" sz="2000">
                <a:solidFill>
                  <a:srgbClr val="F1F5F9"/>
                </a:solidFill>
                <a:latin typeface="Malgun Gothic" charset="0"/>
                <a:ea typeface="Malgun Gothic" charset="0"/>
                <a:cs typeface="Malgun Gothic" charset="0"/>
              </a:rPr>
              <a:t> </a:t>
            </a:r>
            <a:r>
              <a:rPr lang="ko-KR" altLang="en-US" sz="2000">
                <a:solidFill>
                  <a:srgbClr val="F1F5F9"/>
                </a:solidFill>
                <a:latin typeface="Malgun Gothic" charset="0"/>
                <a:ea typeface="Malgun Gothic" charset="0"/>
                <a:cs typeface="Malgun Gothic" charset="0"/>
              </a:rPr>
              <a:t>재해</a:t>
            </a:r>
            <a:r>
              <a:rPr lang="ko-KR" altLang="en-US" sz="2000">
                <a:solidFill>
                  <a:srgbClr val="F1F5F9"/>
                </a:solidFill>
                <a:latin typeface="Malgun Gothic" charset="0"/>
                <a:ea typeface="Malgun Gothic" charset="0"/>
                <a:cs typeface="Malgun Gothic" charset="0"/>
              </a:rPr>
              <a:t> </a:t>
            </a:r>
            <a:r>
              <a:rPr lang="ko-KR" altLang="en-US" sz="2000">
                <a:solidFill>
                  <a:srgbClr val="F1F5F9"/>
                </a:solidFill>
                <a:latin typeface="Malgun Gothic" charset="0"/>
                <a:ea typeface="Malgun Gothic" charset="0"/>
                <a:cs typeface="Malgun Gothic" charset="0"/>
              </a:rPr>
              <a:t>중</a:t>
            </a:r>
            <a:r>
              <a:rPr lang="ko-KR" altLang="en-US" sz="2000">
                <a:solidFill>
                  <a:srgbClr val="F1F5F9"/>
                </a:solidFill>
                <a:latin typeface="Malgun Gothic" charset="0"/>
                <a:ea typeface="Malgun Gothic" charset="0"/>
                <a:cs typeface="Malgun Gothic" charset="0"/>
              </a:rPr>
              <a:t> </a:t>
            </a:r>
            <a:r>
              <a:rPr lang="ko-KR" altLang="en-US" sz="2000">
                <a:solidFill>
                  <a:srgbClr val="F1F5F9"/>
                </a:solidFill>
                <a:latin typeface="Malgun Gothic" charset="0"/>
                <a:ea typeface="Malgun Gothic" charset="0"/>
                <a:cs typeface="Malgun Gothic" charset="0"/>
              </a:rPr>
              <a:t>신호체계</a:t>
            </a:r>
            <a:r>
              <a:rPr lang="ko-KR" altLang="en-US" sz="2000">
                <a:solidFill>
                  <a:srgbClr val="F1F5F9"/>
                </a:solidFill>
                <a:latin typeface="Malgun Gothic" charset="0"/>
                <a:ea typeface="Malgun Gothic" charset="0"/>
                <a:cs typeface="Malgun Gothic" charset="0"/>
              </a:rPr>
              <a:t> </a:t>
            </a:r>
            <a:r>
              <a:rPr lang="ko-KR" altLang="en-US" sz="2000">
                <a:solidFill>
                  <a:srgbClr val="F1F5F9"/>
                </a:solidFill>
                <a:latin typeface="Malgun Gothic" charset="0"/>
                <a:ea typeface="Malgun Gothic" charset="0"/>
                <a:cs typeface="Malgun Gothic" charset="0"/>
              </a:rPr>
              <a:t>미준수</a:t>
            </a:r>
            <a:r>
              <a:rPr lang="ko-KR" altLang="en-US" sz="2000">
                <a:solidFill>
                  <a:srgbClr val="F1F5F9"/>
                </a:solidFill>
                <a:latin typeface="Malgun Gothic" charset="0"/>
                <a:ea typeface="Malgun Gothic" charset="0"/>
                <a:cs typeface="Malgun Gothic" charset="0"/>
              </a:rPr>
              <a:t> </a:t>
            </a:r>
            <a:r>
              <a:rPr lang="ko-KR" altLang="en-US" sz="2000">
                <a:solidFill>
                  <a:srgbClr val="F1F5F9"/>
                </a:solidFill>
                <a:latin typeface="Malgun Gothic" charset="0"/>
                <a:ea typeface="Malgun Gothic" charset="0"/>
                <a:cs typeface="Malgun Gothic" charset="0"/>
              </a:rPr>
              <a:t>비율</a:t>
            </a:r>
            <a:r>
              <a:rPr lang="ko-KR" altLang="en-US" sz="2000">
                <a:solidFill>
                  <a:srgbClr val="F1F5F9"/>
                </a:solidFill>
                <a:latin typeface="Malgun Gothic" charset="0"/>
                <a:ea typeface="Malgun Gothic" charset="0"/>
                <a:cs typeface="Malgun Gothic" charset="0"/>
              </a:rPr>
              <a:t> </a:t>
            </a:r>
            <a:r>
              <a:rPr lang="ko-KR" altLang="en-US" sz="2000">
                <a:solidFill>
                  <a:srgbClr val="F1F5F9"/>
                </a:solidFill>
                <a:latin typeface="Malgun Gothic" charset="0"/>
                <a:ea typeface="Malgun Gothic" charset="0"/>
                <a:cs typeface="Malgun Gothic" charset="0"/>
              </a:rPr>
              <a:t>(343건</a:t>
            </a:r>
            <a:r>
              <a:rPr lang="ko-KR" altLang="en-US" sz="2000">
                <a:solidFill>
                  <a:srgbClr val="F1F5F9"/>
                </a:solidFill>
                <a:latin typeface="Malgun Gothic" charset="0"/>
                <a:ea typeface="Malgun Gothic" charset="0"/>
                <a:cs typeface="Malgun Gothic" charset="0"/>
              </a:rPr>
              <a:t> </a:t>
            </a:r>
            <a:r>
              <a:rPr lang="ko-KR" altLang="en-US" sz="2000">
                <a:solidFill>
                  <a:srgbClr val="F1F5F9"/>
                </a:solidFill>
                <a:latin typeface="Malgun Gothic" charset="0"/>
                <a:ea typeface="Malgun Gothic" charset="0"/>
                <a:cs typeface="Malgun Gothic" charset="0"/>
              </a:rPr>
              <a:t>중</a:t>
            </a:r>
            <a:r>
              <a:rPr lang="ko-KR" altLang="en-US" sz="2000">
                <a:solidFill>
                  <a:srgbClr val="F1F5F9"/>
                </a:solidFill>
                <a:latin typeface="Malgun Gothic" charset="0"/>
                <a:ea typeface="Malgun Gothic" charset="0"/>
                <a:cs typeface="Malgun Gothic" charset="0"/>
              </a:rPr>
              <a:t> </a:t>
            </a:r>
            <a:r>
              <a:rPr lang="ko-KR" altLang="en-US" sz="2000">
                <a:solidFill>
                  <a:srgbClr val="F1F5F9"/>
                </a:solidFill>
                <a:latin typeface="Malgun Gothic" charset="0"/>
                <a:ea typeface="Malgun Gothic" charset="0"/>
                <a:cs typeface="Malgun Gothic" charset="0"/>
              </a:rPr>
              <a:t>45건)</a:t>
            </a:r>
            <a:endParaRPr lang="ko-KR" altLang="en-US" sz="2000">
              <a:solidFill>
                <a:srgbClr val="F1F5F9"/>
              </a:solidFill>
              <a:latin typeface="Malgun Gothic" charset="0"/>
              <a:ea typeface="Malgun Gothic" charset="0"/>
              <a:cs typeface="Malgun Gothic" charset="0"/>
            </a:endParaRPr>
          </a:p>
        </p:txBody>
      </p:sp>
      <p:sp>
        <p:nvSpPr>
          <p:cNvPr id="9" name="Text 7"/>
          <p:cNvSpPr/>
          <p:nvPr/>
        </p:nvSpPr>
        <p:spPr>
          <a:xfrm>
            <a:off x="548640" y="3017520"/>
            <a:ext cx="2377440" cy="822960"/>
          </a:xfrm>
          <a:prstGeom prst="rect">
            <a:avLst/>
          </a:prstGeom>
          <a:noFill/>
          <a:ln/>
        </p:spPr>
        <p:txBody>
          <a:bodyPr wrap="square" lIns="0" tIns="0" rIns="0" bIns="0" rtlCol="0" anchor="ctr"/>
          <a:lstStyle/>
          <a:p>
            <a:pPr indent="0" marL="0">
              <a:buNone/>
            </a:pPr>
            <a:r>
              <a:rPr lang="ko-KR" altLang="en-US" sz="4400" b="1" dirty="0">
                <a:solidFill>
                  <a:srgbClr val="F97316"/>
                </a:solidFill>
                <a:latin typeface="Malgun Gothic" pitchFamily="34" charset="0"/>
                <a:ea typeface="Malgun Gothic" pitchFamily="34" charset="-122"/>
                <a:cs typeface="Malgun Gothic" pitchFamily="34" charset="-120"/>
              </a:rPr>
              <a:t>8시간</a:t>
            </a:r>
            <a:endParaRPr lang="ko-KR" sz="4400" dirty="0"/>
          </a:p>
        </p:txBody>
      </p:sp>
      <p:sp>
        <p:nvSpPr>
          <p:cNvPr id="10" name="Text 8"/>
          <p:cNvSpPr/>
          <p:nvPr/>
        </p:nvSpPr>
        <p:spPr>
          <a:xfrm>
            <a:off x="3063240" y="3127375"/>
            <a:ext cx="8412480" cy="640080"/>
          </a:xfrm>
          <a:prstGeom prst="rect">
            <a:avLst/>
          </a:prstGeom>
          <a:noFill/>
          <a:ln/>
        </p:spPr>
        <p:txBody>
          <a:bodyPr wrap="square" lIns="0" tIns="0" rIns="0" bIns="0" rtlCol="0" anchor="ctr"/>
          <a:lstStyle/>
          <a:p>
            <a:pPr indent="0" marL="0">
              <a:buNone/>
            </a:pPr>
            <a:r>
              <a:rPr lang="ko-KR" altLang="en-US" sz="2000" dirty="0">
                <a:solidFill>
                  <a:srgbClr val="F1F5F9"/>
                </a:solidFill>
                <a:latin typeface="Malgun Gothic" pitchFamily="34" charset="0"/>
                <a:ea typeface="Malgun Gothic" pitchFamily="34" charset="-122"/>
                <a:cs typeface="Malgun Gothic" pitchFamily="34" charset="-120"/>
              </a:rPr>
              <a:t>신호수 교육 — 이론 위주, 실기 평가 없음</a:t>
            </a:r>
            <a:endParaRPr lang="ko-KR" sz="2000" dirty="0"/>
          </a:p>
        </p:txBody>
      </p:sp>
      <p:sp>
        <p:nvSpPr>
          <p:cNvPr id="11" name="Text 9"/>
          <p:cNvSpPr/>
          <p:nvPr/>
        </p:nvSpPr>
        <p:spPr>
          <a:xfrm>
            <a:off x="548640" y="4160520"/>
            <a:ext cx="11094720" cy="274320"/>
          </a:xfrm>
          <a:prstGeom prst="rect">
            <a:avLst/>
          </a:prstGeom>
          <a:noFill/>
          <a:ln/>
        </p:spPr>
        <p:txBody>
          <a:bodyPr wrap="square" lIns="0" tIns="0" rIns="0" bIns="0" rtlCol="0" anchor="ctr"/>
          <a:lstStyle/>
          <a:p>
            <a:pPr indent="0" marL="0">
              <a:buNone/>
            </a:pPr>
            <a:r>
              <a:rPr lang="ko-KR" altLang="en-US" sz="1100" dirty="0">
                <a:solidFill>
                  <a:srgbClr val="64748B"/>
                </a:solidFill>
                <a:latin typeface="Malgun Gothic" pitchFamily="34" charset="0"/>
                <a:ea typeface="Malgun Gothic" pitchFamily="34" charset="-122"/>
                <a:cs typeface="Malgun Gothic" pitchFamily="34" charset="-120"/>
              </a:rPr>
              <a:t>근거: 안전보건규칙 제40조 · 임현무·김승호(2022) · 고용노동부(2023)</a:t>
            </a:r>
            <a:endParaRPr lang="ko-KR" sz="1100" dirty="0"/>
          </a:p>
        </p:txBody>
      </p:sp>
      <p:sp>
        <p:nvSpPr>
          <p:cNvPr id="12" name="Shape 10"/>
          <p:cNvSpPr/>
          <p:nvPr/>
        </p:nvSpPr>
        <p:spPr>
          <a:xfrm>
            <a:off x="548640" y="4709160"/>
            <a:ext cx="2602230" cy="1143000"/>
          </a:xfrm>
          <a:prstGeom prst="rect">
            <a:avLst/>
          </a:prstGeom>
          <a:solidFill>
            <a:srgbClr val="121820"/>
          </a:solidFill>
          <a:ln w="12700">
            <a:solidFill>
              <a:srgbClr val="263241"/>
            </a:solidFill>
            <a:prstDash val="solid"/>
          </a:ln>
        </p:spPr>
      </p:sp>
      <p:sp>
        <p:nvSpPr>
          <p:cNvPr id="13" name="Text 11"/>
          <p:cNvSpPr/>
          <p:nvPr/>
        </p:nvSpPr>
        <p:spPr>
          <a:xfrm>
            <a:off x="777240" y="4846320"/>
            <a:ext cx="2236470" cy="411480"/>
          </a:xfrm>
          <a:prstGeom prst="rect">
            <a:avLst/>
          </a:prstGeom>
          <a:noFill/>
          <a:ln/>
        </p:spPr>
        <p:txBody>
          <a:bodyPr wrap="square" lIns="0" tIns="0" rIns="0" bIns="0" rtlCol="0" anchor="ctr"/>
          <a:lstStyle/>
          <a:p>
            <a:pPr indent="0" marL="0">
              <a:buNone/>
            </a:pPr>
            <a:r>
              <a:rPr lang="ko-KR" altLang="en-US" sz="2000" b="1" dirty="0">
                <a:solidFill>
                  <a:srgbClr val="F1F5F9"/>
                </a:solidFill>
                <a:latin typeface="Malgun Gothic" pitchFamily="34" charset="0"/>
                <a:ea typeface="Malgun Gothic" pitchFamily="34" charset="-122"/>
                <a:cs typeface="Malgun Gothic" pitchFamily="34" charset="-120"/>
              </a:rPr>
              <a:t>보여 준다</a:t>
            </a:r>
            <a:endParaRPr lang="ko-KR" sz="2000" dirty="0"/>
          </a:p>
        </p:txBody>
      </p:sp>
      <p:sp>
        <p:nvSpPr>
          <p:cNvPr id="14" name="Text 12"/>
          <p:cNvSpPr/>
          <p:nvPr/>
        </p:nvSpPr>
        <p:spPr>
          <a:xfrm>
            <a:off x="777240" y="5303520"/>
            <a:ext cx="2236470" cy="365760"/>
          </a:xfrm>
          <a:prstGeom prst="rect">
            <a:avLst/>
          </a:prstGeom>
          <a:noFill/>
          <a:ln/>
        </p:spPr>
        <p:txBody>
          <a:bodyPr wrap="square" lIns="0" tIns="0" rIns="0" bIns="0" rtlCol="0" anchor="ctr"/>
          <a:lstStyle/>
          <a:p>
            <a:pPr indent="0" marL="0">
              <a:buNone/>
            </a:pPr>
            <a:r>
              <a:rPr lang="ko-KR" altLang="en-US" sz="1500" dirty="0">
                <a:solidFill>
                  <a:srgbClr val="94A3B8"/>
                </a:solidFill>
                <a:latin typeface="Malgun Gothic" pitchFamily="34" charset="0"/>
                <a:ea typeface="Malgun Gothic" pitchFamily="34" charset="-122"/>
                <a:cs typeface="Malgun Gothic" pitchFamily="34" charset="-120"/>
              </a:rPr>
              <a:t>로봇 손 시범</a:t>
            </a:r>
            <a:endParaRPr lang="ko-KR" sz="1500" dirty="0"/>
          </a:p>
        </p:txBody>
      </p:sp>
      <p:sp>
        <p:nvSpPr>
          <p:cNvPr id="15" name="Shape 13"/>
          <p:cNvSpPr/>
          <p:nvPr/>
        </p:nvSpPr>
        <p:spPr>
          <a:xfrm>
            <a:off x="3379470" y="4709160"/>
            <a:ext cx="2602230" cy="1143000"/>
          </a:xfrm>
          <a:prstGeom prst="rect">
            <a:avLst/>
          </a:prstGeom>
          <a:solidFill>
            <a:srgbClr val="121820"/>
          </a:solidFill>
          <a:ln w="12700">
            <a:solidFill>
              <a:srgbClr val="263241"/>
            </a:solidFill>
            <a:prstDash val="solid"/>
          </a:ln>
        </p:spPr>
      </p:sp>
      <p:sp>
        <p:nvSpPr>
          <p:cNvPr id="16" name="Text 14"/>
          <p:cNvSpPr/>
          <p:nvPr/>
        </p:nvSpPr>
        <p:spPr>
          <a:xfrm>
            <a:off x="3608070" y="4846320"/>
            <a:ext cx="2236470" cy="411480"/>
          </a:xfrm>
          <a:prstGeom prst="rect">
            <a:avLst/>
          </a:prstGeom>
          <a:noFill/>
          <a:ln/>
        </p:spPr>
        <p:txBody>
          <a:bodyPr wrap="square" lIns="0" tIns="0" rIns="0" bIns="0" rtlCol="0" anchor="ctr"/>
          <a:lstStyle/>
          <a:p>
            <a:pPr indent="0" marL="0">
              <a:buNone/>
            </a:pPr>
            <a:r>
              <a:rPr lang="ko-KR" altLang="en-US" sz="2000" b="1" dirty="0">
                <a:solidFill>
                  <a:srgbClr val="F1F5F9"/>
                </a:solidFill>
                <a:latin typeface="Malgun Gothic" pitchFamily="34" charset="0"/>
                <a:ea typeface="Malgun Gothic" pitchFamily="34" charset="-122"/>
                <a:cs typeface="Malgun Gothic" pitchFamily="34" charset="-120"/>
              </a:rPr>
              <a:t>판정한다</a:t>
            </a:r>
            <a:endParaRPr lang="ko-KR" sz="2000" dirty="0"/>
          </a:p>
        </p:txBody>
      </p:sp>
      <p:sp>
        <p:nvSpPr>
          <p:cNvPr id="17" name="Text 15"/>
          <p:cNvSpPr/>
          <p:nvPr/>
        </p:nvSpPr>
        <p:spPr>
          <a:xfrm>
            <a:off x="3608070" y="5303520"/>
            <a:ext cx="2236470" cy="365760"/>
          </a:xfrm>
          <a:prstGeom prst="rect">
            <a:avLst/>
          </a:prstGeom>
          <a:noFill/>
          <a:ln/>
        </p:spPr>
        <p:txBody>
          <a:bodyPr wrap="square" lIns="0" tIns="0" rIns="0" bIns="0" rtlCol="0" anchor="ctr"/>
          <a:lstStyle/>
          <a:p>
            <a:pPr indent="0" marL="0">
              <a:buNone/>
            </a:pPr>
            <a:r>
              <a:rPr lang="ko-KR" altLang="en-US" sz="1500" dirty="0">
                <a:solidFill>
                  <a:srgbClr val="94A3B8"/>
                </a:solidFill>
                <a:latin typeface="Malgun Gothic" pitchFamily="34" charset="0"/>
                <a:ea typeface="Malgun Gothic" pitchFamily="34" charset="-122"/>
                <a:cs typeface="Malgun Gothic" pitchFamily="34" charset="-120"/>
              </a:rPr>
              <a:t>카메라 + AI</a:t>
            </a:r>
            <a:endParaRPr lang="ko-KR" sz="1500" dirty="0"/>
          </a:p>
        </p:txBody>
      </p:sp>
      <p:sp>
        <p:nvSpPr>
          <p:cNvPr id="18" name="Shape 16"/>
          <p:cNvSpPr/>
          <p:nvPr/>
        </p:nvSpPr>
        <p:spPr>
          <a:xfrm>
            <a:off x="6210300" y="4709160"/>
            <a:ext cx="2602230" cy="1143000"/>
          </a:xfrm>
          <a:prstGeom prst="rect">
            <a:avLst/>
          </a:prstGeom>
          <a:solidFill>
            <a:srgbClr val="F97316"/>
          </a:solidFill>
          <a:ln w="12700">
            <a:solidFill>
              <a:srgbClr val="F97316"/>
            </a:solidFill>
            <a:prstDash val="solid"/>
          </a:ln>
        </p:spPr>
      </p:sp>
      <p:sp>
        <p:nvSpPr>
          <p:cNvPr id="19" name="Text 17"/>
          <p:cNvSpPr/>
          <p:nvPr/>
        </p:nvSpPr>
        <p:spPr>
          <a:xfrm>
            <a:off x="6438900" y="4846320"/>
            <a:ext cx="2236470" cy="411480"/>
          </a:xfrm>
          <a:prstGeom prst="rect">
            <a:avLst/>
          </a:prstGeom>
          <a:noFill/>
          <a:ln/>
        </p:spPr>
        <p:txBody>
          <a:bodyPr wrap="square" lIns="0" tIns="0" rIns="0" bIns="0" rtlCol="0" anchor="ctr"/>
          <a:lstStyle/>
          <a:p>
            <a:pPr indent="0" marL="0">
              <a:buNone/>
            </a:pPr>
            <a:r>
              <a:rPr lang="ko-KR" altLang="en-US" sz="2000" b="1" dirty="0">
                <a:solidFill>
                  <a:srgbClr val="0F172A"/>
                </a:solidFill>
                <a:latin typeface="Malgun Gothic" pitchFamily="34" charset="0"/>
                <a:ea typeface="Malgun Gothic" pitchFamily="34" charset="-122"/>
                <a:cs typeface="Malgun Gothic" pitchFamily="34" charset="-120"/>
              </a:rPr>
              <a:t>돌려준다</a:t>
            </a:r>
            <a:endParaRPr lang="ko-KR" sz="2000" dirty="0"/>
          </a:p>
        </p:txBody>
      </p:sp>
      <p:sp>
        <p:nvSpPr>
          <p:cNvPr id="20" name="Text 18"/>
          <p:cNvSpPr/>
          <p:nvPr/>
        </p:nvSpPr>
        <p:spPr>
          <a:xfrm>
            <a:off x="6438900" y="5303520"/>
            <a:ext cx="2236470" cy="365760"/>
          </a:xfrm>
          <a:prstGeom prst="rect">
            <a:avLst/>
          </a:prstGeom>
          <a:noFill/>
          <a:ln/>
        </p:spPr>
        <p:txBody>
          <a:bodyPr wrap="square" lIns="0" tIns="0" rIns="0" bIns="0" rtlCol="0" anchor="ctr"/>
          <a:lstStyle/>
          <a:p>
            <a:pPr indent="0" marL="0">
              <a:buNone/>
            </a:pPr>
            <a:r>
              <a:rPr lang="ko-KR" altLang="en-US" sz="1500" dirty="0">
                <a:solidFill>
                  <a:srgbClr val="0F172A"/>
                </a:solidFill>
                <a:latin typeface="Malgun Gothic" pitchFamily="34" charset="0"/>
                <a:ea typeface="Malgun Gothic" pitchFamily="34" charset="-122"/>
                <a:cs typeface="Malgun Gothic" pitchFamily="34" charset="-120"/>
              </a:rPr>
              <a:t>picar 주행 · LED</a:t>
            </a:r>
            <a:endParaRPr lang="ko-KR" sz="1500" dirty="0"/>
          </a:p>
        </p:txBody>
      </p:sp>
      <p:sp>
        <p:nvSpPr>
          <p:cNvPr id="21" name="Shape 19"/>
          <p:cNvSpPr/>
          <p:nvPr/>
        </p:nvSpPr>
        <p:spPr>
          <a:xfrm>
            <a:off x="9041130" y="4709160"/>
            <a:ext cx="2602230" cy="1143000"/>
          </a:xfrm>
          <a:prstGeom prst="rect">
            <a:avLst/>
          </a:prstGeom>
          <a:solidFill>
            <a:srgbClr val="121820"/>
          </a:solidFill>
          <a:ln w="12700">
            <a:solidFill>
              <a:srgbClr val="263241"/>
            </a:solidFill>
            <a:prstDash val="solid"/>
          </a:ln>
        </p:spPr>
      </p:sp>
      <p:sp>
        <p:nvSpPr>
          <p:cNvPr id="22" name="Text 20"/>
          <p:cNvSpPr/>
          <p:nvPr/>
        </p:nvSpPr>
        <p:spPr>
          <a:xfrm>
            <a:off x="9269730" y="4846320"/>
            <a:ext cx="2236470" cy="411480"/>
          </a:xfrm>
          <a:prstGeom prst="rect">
            <a:avLst/>
          </a:prstGeom>
          <a:noFill/>
          <a:ln/>
        </p:spPr>
        <p:txBody>
          <a:bodyPr wrap="square" lIns="0" tIns="0" rIns="0" bIns="0" rtlCol="0" anchor="ctr"/>
          <a:lstStyle/>
          <a:p>
            <a:pPr indent="0" marL="0">
              <a:buNone/>
            </a:pPr>
            <a:r>
              <a:rPr lang="ko-KR" altLang="en-US" sz="2000" b="1" dirty="0">
                <a:solidFill>
                  <a:srgbClr val="F1F5F9"/>
                </a:solidFill>
                <a:latin typeface="Malgun Gothic" pitchFamily="34" charset="0"/>
                <a:ea typeface="Malgun Gothic" pitchFamily="34" charset="-122"/>
                <a:cs typeface="Malgun Gothic" pitchFamily="34" charset="-120"/>
              </a:rPr>
              <a:t>남긴다</a:t>
            </a:r>
            <a:endParaRPr lang="ko-KR" sz="2000" dirty="0"/>
          </a:p>
        </p:txBody>
      </p:sp>
      <p:sp>
        <p:nvSpPr>
          <p:cNvPr id="23" name="Text 21"/>
          <p:cNvSpPr/>
          <p:nvPr/>
        </p:nvSpPr>
        <p:spPr>
          <a:xfrm>
            <a:off x="9269730" y="5303520"/>
            <a:ext cx="2236470" cy="365760"/>
          </a:xfrm>
          <a:prstGeom prst="rect">
            <a:avLst/>
          </a:prstGeom>
          <a:noFill/>
          <a:ln/>
        </p:spPr>
        <p:txBody>
          <a:bodyPr wrap="square" lIns="0" tIns="0" rIns="0" bIns="0" rtlCol="0" anchor="ctr"/>
          <a:lstStyle/>
          <a:p>
            <a:pPr indent="0" marL="0">
              <a:buNone/>
            </a:pPr>
            <a:r>
              <a:rPr lang="ko-KR" altLang="en-US" sz="1500" dirty="0">
                <a:solidFill>
                  <a:srgbClr val="94A3B8"/>
                </a:solidFill>
                <a:latin typeface="Malgun Gothic" pitchFamily="34" charset="0"/>
                <a:ea typeface="Malgun Gothic" pitchFamily="34" charset="-122"/>
                <a:cs typeface="Malgun Gothic" pitchFamily="34" charset="-120"/>
              </a:rPr>
              <a:t>회원별 결과 · 수료증</a:t>
            </a:r>
            <a:endParaRPr lang="ko-KR" sz="1500"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xmlns:p14="http://schemas.microsoft.com/office/powerpoint/2010/main">
  <p:cSld name="Slide 3">
    <p:bg>
      <p:bgPr>
        <a:solidFill>
          <a:srgbClr val="0D1217"/>
        </a:solidFill>
      </p:bgPr>
    </p:bg>
    <p:spTree>
      <p:nvGrpSpPr>
        <p:cNvPr id="1" name=""/>
        <p:cNvGrpSpPr/>
        <p:nvPr/>
      </p:nvGrpSpPr>
      <p:grpSpPr>
        <a:xfrm>
          <a:off x="0" y="0"/>
          <a:ext cx="0" cy="0"/>
          <a:chOff x="0" y="0"/>
          <a:chExt cx="0" cy="0"/>
        </a:xfrm>
      </p:grpSpPr>
      <p:sp>
        <p:nvSpPr>
          <p:cNvPr id="2" name="Shape 0"/>
          <p:cNvSpPr/>
          <p:nvPr/>
        </p:nvSpPr>
        <p:spPr>
          <a:xfrm>
            <a:off x="548640" y="457200"/>
            <a:ext cx="100330" cy="100330"/>
          </a:xfrm>
          <a:prstGeom prst="rect">
            <a:avLst/>
          </a:prstGeom>
          <a:solidFill>
            <a:srgbClr val="F97316"/>
          </a:solidFill>
          <a:ln w="12700">
            <a:solidFill>
              <a:srgbClr val="F97316"/>
            </a:solidFill>
            <a:prstDash val="solid"/>
          </a:ln>
        </p:spPr>
      </p:sp>
      <p:sp>
        <p:nvSpPr>
          <p:cNvPr id="3" name="Text 1"/>
          <p:cNvSpPr/>
          <p:nvPr/>
        </p:nvSpPr>
        <p:spPr>
          <a:xfrm>
            <a:off x="749935" y="356870"/>
            <a:ext cx="7315200" cy="292735"/>
          </a:xfrm>
          <a:prstGeom prst="rect">
            <a:avLst/>
          </a:prstGeom>
          <a:noFill/>
          <a:ln/>
        </p:spPr>
        <p:txBody>
          <a:bodyPr wrap="square" lIns="0" tIns="0" rIns="0" bIns="0" rtlCol="0" anchor="ctr"/>
          <a:lstStyle/>
          <a:p>
            <a:pPr indent="0" marL="0">
              <a:buNone/>
            </a:pPr>
            <a:r>
              <a:rPr lang="ko-KR" altLang="en-US" sz="1200" dirty="0">
                <a:solidFill>
                  <a:srgbClr val="94A3B8"/>
                </a:solidFill>
                <a:latin typeface="Malgun Gothic" pitchFamily="34" charset="0"/>
                <a:ea typeface="Malgun Gothic" pitchFamily="34" charset="-122"/>
                <a:cs typeface="Malgun Gothic" pitchFamily="34" charset="-120"/>
              </a:rPr>
              <a:t>03   해결 방법</a:t>
            </a:r>
            <a:endParaRPr lang="ko-KR" sz="1200" dirty="0"/>
          </a:p>
        </p:txBody>
      </p:sp>
      <p:sp>
        <p:nvSpPr>
          <p:cNvPr id="4" name="Text 2"/>
          <p:cNvSpPr/>
          <p:nvPr/>
        </p:nvSpPr>
        <p:spPr>
          <a:xfrm>
            <a:off x="10546080" y="6446520"/>
            <a:ext cx="1097280" cy="228600"/>
          </a:xfrm>
          <a:prstGeom prst="rect">
            <a:avLst/>
          </a:prstGeom>
          <a:noFill/>
          <a:ln/>
        </p:spPr>
        <p:txBody>
          <a:bodyPr wrap="square" lIns="0" tIns="0" rIns="0" bIns="0" rtlCol="0" anchor="ctr"/>
          <a:lstStyle/>
          <a:p>
            <a:pPr algn="r" indent="0" marL="0">
              <a:buNone/>
            </a:pPr>
            <a:r>
              <a:rPr lang="ko-KR" altLang="en-US" sz="900" dirty="0">
                <a:solidFill>
                  <a:srgbClr val="64748B"/>
                </a:solidFill>
                <a:latin typeface="Consolas" pitchFamily="34" charset="0"/>
                <a:ea typeface="Consolas" pitchFamily="34" charset="-122"/>
                <a:cs typeface="Consolas" pitchFamily="34" charset="-120"/>
              </a:rPr>
              <a:t>03 / 15</a:t>
            </a:r>
            <a:endParaRPr lang="ko-KR" sz="900" dirty="0"/>
          </a:p>
        </p:txBody>
      </p:sp>
      <p:sp>
        <p:nvSpPr>
          <p:cNvPr id="5" name="Text 3"/>
          <p:cNvSpPr/>
          <p:nvPr/>
        </p:nvSpPr>
        <p:spPr>
          <a:xfrm>
            <a:off x="548640" y="6446520"/>
            <a:ext cx="3657600" cy="228600"/>
          </a:xfrm>
          <a:prstGeom prst="rect">
            <a:avLst/>
          </a:prstGeom>
          <a:noFill/>
          <a:ln/>
        </p:spPr>
        <p:txBody>
          <a:bodyPr wrap="square" lIns="0" tIns="0" rIns="0" bIns="0" rtlCol="0" anchor="ctr"/>
          <a:lstStyle/>
          <a:p>
            <a:pPr indent="0" marL="0">
              <a:buNone/>
            </a:pPr>
            <a:r>
              <a:rPr lang="ko-KR" altLang="en-US" sz="900" dirty="0">
                <a:solidFill>
                  <a:srgbClr val="64748B"/>
                </a:solidFill>
                <a:latin typeface="Malgun Gothic" pitchFamily="34" charset="0"/>
                <a:ea typeface="Malgun Gothic" pitchFamily="34" charset="-122"/>
                <a:cs typeface="Malgun Gothic" pitchFamily="34" charset="-120"/>
              </a:rPr>
              <a:t>SafeSign PhysicalAI · 심기일전</a:t>
            </a:r>
            <a:endParaRPr lang="ko-KR" sz="900" dirty="0"/>
          </a:p>
        </p:txBody>
      </p:sp>
      <p:sp>
        <p:nvSpPr>
          <p:cNvPr id="6" name="Text 4"/>
          <p:cNvSpPr/>
          <p:nvPr/>
        </p:nvSpPr>
        <p:spPr>
          <a:xfrm>
            <a:off x="548640" y="694690"/>
            <a:ext cx="11095355" cy="659130"/>
          </a:xfrm>
          <a:prstGeom prst="rect">
            <a:avLst/>
          </a:prstGeom>
          <a:noFill/>
          <a:ln/>
        </p:spPr>
        <p:txBody>
          <a:bodyPr wrap="square" lIns="0" tIns="0" rIns="0" bIns="0" numCol="1" vert="horz" anchor="t">
            <a:noAutofit/>
          </a:bodyPr>
          <a:lstStyle/>
          <a:p>
            <a:pPr marL="0" indent="0">
              <a:buFontTx/>
              <a:buNone/>
            </a:pPr>
            <a:r>
              <a:rPr lang="ko-KR" altLang="en-US" sz="3000" b="1">
                <a:solidFill>
                  <a:srgbClr val="F1F5F9"/>
                </a:solidFill>
                <a:latin typeface="Malgun Gothic" charset="0"/>
                <a:ea typeface="Malgun Gothic" charset="0"/>
                <a:cs typeface="Malgun Gothic" charset="0"/>
              </a:rPr>
              <a:t>진행 </a:t>
            </a:r>
            <a:r>
              <a:rPr lang="ko-KR" altLang="en-US" sz="3000" b="1">
                <a:solidFill>
                  <a:srgbClr val="F1F5F9"/>
                </a:solidFill>
                <a:latin typeface="Malgun Gothic" charset="0"/>
                <a:ea typeface="Malgun Gothic" charset="0"/>
                <a:cs typeface="Malgun Gothic" charset="0"/>
              </a:rPr>
              <a:t>과</a:t>
            </a:r>
            <a:r>
              <a:rPr lang="ko-KR" altLang="en-US" sz="3000" b="1">
                <a:solidFill>
                  <a:srgbClr val="F1F5F9"/>
                </a:solidFill>
                <a:latin typeface="Malgun Gothic" charset="0"/>
                <a:ea typeface="Malgun Gothic" charset="0"/>
                <a:cs typeface="Malgun Gothic" charset="0"/>
              </a:rPr>
              <a:t>정</a:t>
            </a:r>
            <a:endParaRPr lang="ko-KR" altLang="en-US" sz="3000" b="1">
              <a:solidFill>
                <a:srgbClr val="F1F5F9"/>
              </a:solidFill>
              <a:latin typeface="Malgun Gothic" charset="0"/>
              <a:ea typeface="Malgun Gothic" charset="0"/>
              <a:cs typeface="Malgun Gothic" charset="0"/>
            </a:endParaRPr>
          </a:p>
        </p:txBody>
      </p:sp>
      <p:sp>
        <p:nvSpPr>
          <p:cNvPr id="7" name="Shape 5"/>
          <p:cNvSpPr/>
          <p:nvPr/>
        </p:nvSpPr>
        <p:spPr>
          <a:xfrm>
            <a:off x="548640" y="1645920"/>
            <a:ext cx="2362200" cy="1600200"/>
          </a:xfrm>
          <a:prstGeom prst="rect">
            <a:avLst/>
          </a:prstGeom>
          <a:solidFill>
            <a:srgbClr val="121820"/>
          </a:solidFill>
          <a:ln w="12700">
            <a:solidFill>
              <a:srgbClr val="263241"/>
            </a:solidFill>
            <a:prstDash val="solid"/>
          </a:ln>
        </p:spPr>
      </p:sp>
      <p:sp>
        <p:nvSpPr>
          <p:cNvPr id="8" name="Text 6"/>
          <p:cNvSpPr/>
          <p:nvPr/>
        </p:nvSpPr>
        <p:spPr>
          <a:xfrm>
            <a:off x="685800" y="1810385"/>
            <a:ext cx="2087880" cy="502920"/>
          </a:xfrm>
          <a:prstGeom prst="rect">
            <a:avLst/>
          </a:prstGeom>
          <a:noFill/>
          <a:ln/>
        </p:spPr>
        <p:txBody>
          <a:bodyPr wrap="square" lIns="0" tIns="0" rIns="0" bIns="0" rtlCol="0" anchor="ctr"/>
          <a:lstStyle/>
          <a:p>
            <a:pPr algn="ctr" indent="0" marL="0">
              <a:buNone/>
            </a:pPr>
            <a:r>
              <a:rPr lang="ko-KR" altLang="en-US" sz="2400" b="1" dirty="0">
                <a:solidFill>
                  <a:srgbClr val="F1F5F9"/>
                </a:solidFill>
                <a:latin typeface="Malgun Gothic" pitchFamily="34" charset="0"/>
                <a:ea typeface="Malgun Gothic" pitchFamily="34" charset="-122"/>
                <a:cs typeface="Malgun Gothic" pitchFamily="34" charset="-120"/>
              </a:rPr>
              <a:t>① 시범</a:t>
            </a:r>
            <a:endParaRPr lang="ko-KR" sz="2400" dirty="0"/>
          </a:p>
        </p:txBody>
      </p:sp>
      <p:sp>
        <p:nvSpPr>
          <p:cNvPr id="9" name="Text 7"/>
          <p:cNvSpPr/>
          <p:nvPr/>
        </p:nvSpPr>
        <p:spPr>
          <a:xfrm>
            <a:off x="685800" y="2377440"/>
            <a:ext cx="2087880" cy="777240"/>
          </a:xfrm>
          <a:prstGeom prst="rect">
            <a:avLst/>
          </a:prstGeom>
          <a:noFill/>
          <a:ln/>
        </p:spPr>
        <p:txBody>
          <a:bodyPr wrap="square" lIns="0" tIns="0" rIns="0" bIns="0" rtlCol="0" anchor="t"/>
          <a:lstStyle/>
          <a:p>
            <a:pPr algn="ctr" indent="0" marL="0">
              <a:buNone/>
            </a:pPr>
            <a:r>
              <a:rPr lang="ko-KR" altLang="en-US" sz="1700" dirty="0">
                <a:solidFill>
                  <a:srgbClr val="94A3B8"/>
                </a:solidFill>
                <a:latin typeface="Malgun Gothic" pitchFamily="34" charset="0"/>
                <a:ea typeface="Malgun Gothic" pitchFamily="34" charset="-122"/>
                <a:cs typeface="Malgun Gothic" pitchFamily="34" charset="-120"/>
              </a:rPr>
              <a:t>AI Hand가</a:t>
            </a:r>
            <a:endParaRPr lang="ko-KR" sz="1700" dirty="0"/>
          </a:p>
          <a:p>
            <a:pPr algn="ctr" indent="0" marL="0">
              <a:buNone/>
            </a:pPr>
            <a:r>
              <a:rPr lang="ko-KR" altLang="en-US" sz="1700" dirty="0">
                <a:solidFill>
                  <a:srgbClr val="94A3B8"/>
                </a:solidFill>
                <a:latin typeface="Malgun Gothic" pitchFamily="34" charset="0"/>
                <a:ea typeface="Malgun Gothic" pitchFamily="34" charset="-122"/>
                <a:cs typeface="Malgun Gothic" pitchFamily="34" charset="-120"/>
              </a:rPr>
              <a:t>손모양 시연</a:t>
            </a:r>
            <a:endParaRPr lang="ko-KR" sz="1700" dirty="0"/>
          </a:p>
        </p:txBody>
      </p:sp>
      <p:sp>
        <p:nvSpPr>
          <p:cNvPr id="10" name="Shape 8"/>
          <p:cNvSpPr/>
          <p:nvPr/>
        </p:nvSpPr>
        <p:spPr>
          <a:xfrm>
            <a:off x="2983865" y="2446020"/>
            <a:ext cx="402590" cy="0"/>
          </a:xfrm>
          <a:prstGeom prst="line">
            <a:avLst/>
          </a:prstGeom>
          <a:noFill/>
          <a:ln w="38100">
            <a:solidFill>
              <a:srgbClr val="94A3B8"/>
            </a:solidFill>
            <a:prstDash val="solid"/>
            <a:tailEnd type="triangle"/>
          </a:ln>
        </p:spPr>
      </p:sp>
      <p:sp>
        <p:nvSpPr>
          <p:cNvPr id="11" name="Shape 9"/>
          <p:cNvSpPr/>
          <p:nvPr/>
        </p:nvSpPr>
        <p:spPr>
          <a:xfrm>
            <a:off x="3459480" y="1645920"/>
            <a:ext cx="2362200" cy="1600200"/>
          </a:xfrm>
          <a:prstGeom prst="rect">
            <a:avLst/>
          </a:prstGeom>
          <a:solidFill>
            <a:srgbClr val="121820"/>
          </a:solidFill>
          <a:ln w="12700">
            <a:solidFill>
              <a:srgbClr val="263241"/>
            </a:solidFill>
            <a:prstDash val="solid"/>
          </a:ln>
        </p:spPr>
      </p:sp>
      <p:sp>
        <p:nvSpPr>
          <p:cNvPr id="12" name="Text 10"/>
          <p:cNvSpPr/>
          <p:nvPr/>
        </p:nvSpPr>
        <p:spPr>
          <a:xfrm>
            <a:off x="3596640" y="1810385"/>
            <a:ext cx="2087880" cy="502920"/>
          </a:xfrm>
          <a:prstGeom prst="rect">
            <a:avLst/>
          </a:prstGeom>
          <a:noFill/>
          <a:ln/>
        </p:spPr>
        <p:txBody>
          <a:bodyPr wrap="square" lIns="0" tIns="0" rIns="0" bIns="0" rtlCol="0" anchor="ctr"/>
          <a:lstStyle/>
          <a:p>
            <a:pPr algn="ctr" indent="0" marL="0">
              <a:buNone/>
            </a:pPr>
            <a:r>
              <a:rPr lang="ko-KR" altLang="en-US" sz="2400" b="1" dirty="0">
                <a:solidFill>
                  <a:srgbClr val="F1F5F9"/>
                </a:solidFill>
                <a:latin typeface="Malgun Gothic" pitchFamily="34" charset="0"/>
                <a:ea typeface="Malgun Gothic" pitchFamily="34" charset="-122"/>
                <a:cs typeface="Malgun Gothic" pitchFamily="34" charset="-120"/>
              </a:rPr>
              <a:t>② 따라 하기</a:t>
            </a:r>
            <a:endParaRPr lang="ko-KR" sz="2400" dirty="0"/>
          </a:p>
        </p:txBody>
      </p:sp>
      <p:sp>
        <p:nvSpPr>
          <p:cNvPr id="13" name="Text 11"/>
          <p:cNvSpPr/>
          <p:nvPr/>
        </p:nvSpPr>
        <p:spPr>
          <a:xfrm>
            <a:off x="3596640" y="2377440"/>
            <a:ext cx="2087880" cy="777240"/>
          </a:xfrm>
          <a:prstGeom prst="rect">
            <a:avLst/>
          </a:prstGeom>
          <a:noFill/>
          <a:ln/>
        </p:spPr>
        <p:txBody>
          <a:bodyPr wrap="square" lIns="0" tIns="0" rIns="0" bIns="0" rtlCol="0" anchor="t"/>
          <a:lstStyle/>
          <a:p>
            <a:pPr algn="ctr" indent="0" marL="0">
              <a:buNone/>
            </a:pPr>
            <a:r>
              <a:rPr lang="ko-KR" altLang="en-US" sz="1700" dirty="0">
                <a:solidFill>
                  <a:srgbClr val="94A3B8"/>
                </a:solidFill>
                <a:latin typeface="Malgun Gothic" pitchFamily="34" charset="0"/>
                <a:ea typeface="Malgun Gothic" pitchFamily="34" charset="-122"/>
                <a:cs typeface="Malgun Gothic" pitchFamily="34" charset="-120"/>
              </a:rPr>
              <a:t>학습자가 손모양</a:t>
            </a:r>
            <a:endParaRPr lang="ko-KR" sz="1700" dirty="0"/>
          </a:p>
          <a:p>
            <a:pPr algn="ctr" indent="0" marL="0">
              <a:buNone/>
            </a:pPr>
            <a:r>
              <a:rPr lang="ko-KR" altLang="en-US" sz="1700" dirty="0">
                <a:solidFill>
                  <a:srgbClr val="94A3B8"/>
                </a:solidFill>
                <a:latin typeface="Malgun Gothic" pitchFamily="34" charset="0"/>
                <a:ea typeface="Malgun Gothic" pitchFamily="34" charset="-122"/>
                <a:cs typeface="Malgun Gothic" pitchFamily="34" charset="-120"/>
              </a:rPr>
              <a:t>+ 확인 버튼</a:t>
            </a:r>
            <a:endParaRPr lang="ko-KR" sz="1700" dirty="0"/>
          </a:p>
        </p:txBody>
      </p:sp>
      <p:sp>
        <p:nvSpPr>
          <p:cNvPr id="14" name="Shape 12"/>
          <p:cNvSpPr/>
          <p:nvPr/>
        </p:nvSpPr>
        <p:spPr>
          <a:xfrm>
            <a:off x="5894705" y="2446020"/>
            <a:ext cx="402590" cy="0"/>
          </a:xfrm>
          <a:prstGeom prst="line">
            <a:avLst/>
          </a:prstGeom>
          <a:noFill/>
          <a:ln w="38100">
            <a:solidFill>
              <a:srgbClr val="94A3B8"/>
            </a:solidFill>
            <a:prstDash val="solid"/>
            <a:tailEnd type="triangle"/>
          </a:ln>
        </p:spPr>
      </p:sp>
      <p:sp>
        <p:nvSpPr>
          <p:cNvPr id="15" name="Shape 13"/>
          <p:cNvSpPr/>
          <p:nvPr/>
        </p:nvSpPr>
        <p:spPr>
          <a:xfrm>
            <a:off x="6370320" y="1645920"/>
            <a:ext cx="2362200" cy="1600200"/>
          </a:xfrm>
          <a:prstGeom prst="rect">
            <a:avLst/>
          </a:prstGeom>
          <a:solidFill>
            <a:srgbClr val="121820"/>
          </a:solidFill>
          <a:ln w="12700">
            <a:solidFill>
              <a:srgbClr val="263241"/>
            </a:solidFill>
            <a:prstDash val="solid"/>
          </a:ln>
        </p:spPr>
      </p:sp>
      <p:sp>
        <p:nvSpPr>
          <p:cNvPr id="16" name="Text 14"/>
          <p:cNvSpPr/>
          <p:nvPr/>
        </p:nvSpPr>
        <p:spPr>
          <a:xfrm>
            <a:off x="6507480" y="1810385"/>
            <a:ext cx="2087880" cy="502920"/>
          </a:xfrm>
          <a:prstGeom prst="rect">
            <a:avLst/>
          </a:prstGeom>
          <a:noFill/>
          <a:ln/>
        </p:spPr>
        <p:txBody>
          <a:bodyPr wrap="square" lIns="0" tIns="0" rIns="0" bIns="0" rtlCol="0" anchor="ctr"/>
          <a:lstStyle/>
          <a:p>
            <a:pPr algn="ctr" indent="0" marL="0">
              <a:buNone/>
            </a:pPr>
            <a:r>
              <a:rPr lang="ko-KR" altLang="en-US" sz="2400" b="1" dirty="0">
                <a:solidFill>
                  <a:srgbClr val="F1F5F9"/>
                </a:solidFill>
                <a:latin typeface="Malgun Gothic" pitchFamily="34" charset="0"/>
                <a:ea typeface="Malgun Gothic" pitchFamily="34" charset="-122"/>
                <a:cs typeface="Malgun Gothic" pitchFamily="34" charset="-120"/>
              </a:rPr>
              <a:t>③ 판정</a:t>
            </a:r>
            <a:endParaRPr lang="ko-KR" sz="2400" dirty="0"/>
          </a:p>
        </p:txBody>
      </p:sp>
      <p:sp>
        <p:nvSpPr>
          <p:cNvPr id="17" name="Text 15"/>
          <p:cNvSpPr/>
          <p:nvPr/>
        </p:nvSpPr>
        <p:spPr>
          <a:xfrm>
            <a:off x="6507480" y="2377440"/>
            <a:ext cx="2087880" cy="777240"/>
          </a:xfrm>
          <a:prstGeom prst="rect">
            <a:avLst/>
          </a:prstGeom>
          <a:noFill/>
          <a:ln/>
        </p:spPr>
        <p:txBody>
          <a:bodyPr wrap="square" lIns="0" tIns="0" rIns="0" bIns="0" rtlCol="0" anchor="t"/>
          <a:lstStyle/>
          <a:p>
            <a:pPr algn="ctr" indent="0" marL="0">
              <a:buNone/>
            </a:pPr>
            <a:r>
              <a:rPr lang="ko-KR" altLang="en-US" sz="1700" dirty="0">
                <a:solidFill>
                  <a:srgbClr val="94A3B8"/>
                </a:solidFill>
                <a:latin typeface="Malgun Gothic" pitchFamily="34" charset="0"/>
                <a:ea typeface="Malgun Gothic" pitchFamily="34" charset="-122"/>
                <a:cs typeface="Malgun Gothic" pitchFamily="34" charset="-120"/>
              </a:rPr>
              <a:t>카메라 + AI가</a:t>
            </a:r>
            <a:endParaRPr lang="ko-KR" sz="1700" dirty="0"/>
          </a:p>
          <a:p>
            <a:pPr algn="ctr" indent="0" marL="0">
              <a:buNone/>
            </a:pPr>
            <a:r>
              <a:rPr lang="ko-KR" altLang="en-US" sz="1700" dirty="0">
                <a:solidFill>
                  <a:srgbClr val="94A3B8"/>
                </a:solidFill>
                <a:latin typeface="Malgun Gothic" pitchFamily="34" charset="0"/>
                <a:ea typeface="Malgun Gothic" pitchFamily="34" charset="-122"/>
                <a:cs typeface="Malgun Gothic" pitchFamily="34" charset="-120"/>
              </a:rPr>
              <a:t>7종 중 판정</a:t>
            </a:r>
            <a:endParaRPr lang="ko-KR" sz="1700" dirty="0"/>
          </a:p>
        </p:txBody>
      </p:sp>
      <p:sp>
        <p:nvSpPr>
          <p:cNvPr id="18" name="Shape 16"/>
          <p:cNvSpPr/>
          <p:nvPr/>
        </p:nvSpPr>
        <p:spPr>
          <a:xfrm>
            <a:off x="8805545" y="2446020"/>
            <a:ext cx="402590" cy="0"/>
          </a:xfrm>
          <a:prstGeom prst="line">
            <a:avLst/>
          </a:prstGeom>
          <a:noFill/>
          <a:ln w="38100">
            <a:solidFill>
              <a:srgbClr val="94A3B8"/>
            </a:solidFill>
            <a:prstDash val="solid"/>
            <a:tailEnd type="triangle"/>
          </a:ln>
        </p:spPr>
      </p:sp>
      <p:sp>
        <p:nvSpPr>
          <p:cNvPr id="19" name="Shape 17"/>
          <p:cNvSpPr/>
          <p:nvPr/>
        </p:nvSpPr>
        <p:spPr>
          <a:xfrm>
            <a:off x="9281160" y="1645920"/>
            <a:ext cx="2362200" cy="1600200"/>
          </a:xfrm>
          <a:prstGeom prst="rect">
            <a:avLst/>
          </a:prstGeom>
          <a:solidFill>
            <a:srgbClr val="F97316"/>
          </a:solidFill>
          <a:ln w="12700">
            <a:solidFill>
              <a:srgbClr val="F97316"/>
            </a:solidFill>
            <a:prstDash val="solid"/>
          </a:ln>
        </p:spPr>
      </p:sp>
      <p:sp>
        <p:nvSpPr>
          <p:cNvPr id="20" name="Text 18"/>
          <p:cNvSpPr/>
          <p:nvPr/>
        </p:nvSpPr>
        <p:spPr>
          <a:xfrm>
            <a:off x="9418320" y="1810385"/>
            <a:ext cx="2087880" cy="502920"/>
          </a:xfrm>
          <a:prstGeom prst="rect">
            <a:avLst/>
          </a:prstGeom>
          <a:noFill/>
          <a:ln/>
        </p:spPr>
        <p:txBody>
          <a:bodyPr wrap="square" lIns="0" tIns="0" rIns="0" bIns="0" rtlCol="0" anchor="ctr"/>
          <a:lstStyle/>
          <a:p>
            <a:pPr algn="ctr" indent="0" marL="0">
              <a:buNone/>
            </a:pPr>
            <a:r>
              <a:rPr lang="ko-KR" altLang="en-US" sz="2400" b="1" dirty="0">
                <a:solidFill>
                  <a:srgbClr val="0F172A"/>
                </a:solidFill>
                <a:latin typeface="Malgun Gothic" pitchFamily="34" charset="0"/>
                <a:ea typeface="Malgun Gothic" pitchFamily="34" charset="-122"/>
                <a:cs typeface="Malgun Gothic" pitchFamily="34" charset="-120"/>
              </a:rPr>
              <a:t>④ 물리 피드백</a:t>
            </a:r>
            <a:endParaRPr lang="ko-KR" sz="2400" dirty="0"/>
          </a:p>
        </p:txBody>
      </p:sp>
      <p:sp>
        <p:nvSpPr>
          <p:cNvPr id="21" name="Text 19"/>
          <p:cNvSpPr/>
          <p:nvPr/>
        </p:nvSpPr>
        <p:spPr>
          <a:xfrm>
            <a:off x="9418320" y="2377440"/>
            <a:ext cx="2087880" cy="777240"/>
          </a:xfrm>
          <a:prstGeom prst="rect">
            <a:avLst/>
          </a:prstGeom>
          <a:noFill/>
          <a:ln/>
        </p:spPr>
        <p:txBody>
          <a:bodyPr wrap="square" lIns="0" tIns="0" rIns="0" bIns="0" rtlCol="0" anchor="t"/>
          <a:lstStyle/>
          <a:p>
            <a:pPr algn="ctr" indent="0" marL="0">
              <a:buNone/>
            </a:pPr>
            <a:r>
              <a:rPr lang="ko-KR" altLang="en-US" sz="1700" dirty="0">
                <a:solidFill>
                  <a:srgbClr val="0F172A"/>
                </a:solidFill>
                <a:latin typeface="Malgun Gothic" pitchFamily="34" charset="0"/>
                <a:ea typeface="Malgun Gothic" pitchFamily="34" charset="-122"/>
                <a:cs typeface="Malgun Gothic" pitchFamily="34" charset="-120"/>
              </a:rPr>
              <a:t>picar 주행 · LED</a:t>
            </a:r>
            <a:endParaRPr lang="ko-KR" sz="1700" dirty="0"/>
          </a:p>
          <a:p>
            <a:pPr algn="ctr" indent="0" marL="0">
              <a:buNone/>
            </a:pPr>
            <a:r>
              <a:rPr lang="ko-KR" altLang="en-US" sz="1700" dirty="0">
                <a:solidFill>
                  <a:srgbClr val="0F172A"/>
                </a:solidFill>
                <a:latin typeface="Malgun Gothic" pitchFamily="34" charset="0"/>
                <a:ea typeface="Malgun Gothic" pitchFamily="34" charset="-122"/>
                <a:cs typeface="Malgun Gothic" pitchFamily="34" charset="-120"/>
              </a:rPr>
              <a:t>micro:bit O 표시</a:t>
            </a:r>
            <a:endParaRPr lang="ko-KR" sz="1700" dirty="0"/>
          </a:p>
        </p:txBody>
      </p:sp>
      <p:sp>
        <p:nvSpPr>
          <p:cNvPr id="22" name="Shape 20"/>
          <p:cNvSpPr/>
          <p:nvPr/>
        </p:nvSpPr>
        <p:spPr>
          <a:xfrm>
            <a:off x="7551420" y="3246120"/>
            <a:ext cx="0" cy="502920"/>
          </a:xfrm>
          <a:prstGeom prst="line">
            <a:avLst/>
          </a:prstGeom>
          <a:noFill/>
          <a:ln w="28575">
            <a:solidFill>
              <a:srgbClr val="F97316"/>
            </a:solidFill>
            <a:prstDash val="solid"/>
          </a:ln>
        </p:spPr>
      </p:sp>
      <p:sp>
        <p:nvSpPr>
          <p:cNvPr id="23" name="Shape 21"/>
          <p:cNvSpPr/>
          <p:nvPr/>
        </p:nvSpPr>
        <p:spPr>
          <a:xfrm>
            <a:off x="1729740" y="3749040"/>
            <a:ext cx="5821680" cy="0"/>
          </a:xfrm>
          <a:prstGeom prst="line">
            <a:avLst/>
          </a:prstGeom>
          <a:noFill/>
          <a:ln w="28575">
            <a:solidFill>
              <a:srgbClr val="F97316"/>
            </a:solidFill>
            <a:prstDash val="solid"/>
          </a:ln>
        </p:spPr>
      </p:sp>
      <p:sp>
        <p:nvSpPr>
          <p:cNvPr id="24" name="Shape 22"/>
          <p:cNvSpPr/>
          <p:nvPr/>
        </p:nvSpPr>
        <p:spPr>
          <a:xfrm>
            <a:off x="1729740" y="3246120"/>
            <a:ext cx="0" cy="502920"/>
          </a:xfrm>
          <a:prstGeom prst="line">
            <a:avLst/>
          </a:prstGeom>
          <a:noFill/>
          <a:ln w="28575">
            <a:solidFill>
              <a:srgbClr val="F97316"/>
            </a:solidFill>
            <a:prstDash val="solid"/>
            <a:headEnd type="triangle"/>
          </a:ln>
        </p:spPr>
      </p:sp>
      <p:sp>
        <p:nvSpPr>
          <p:cNvPr id="25" name="Text 23"/>
          <p:cNvSpPr/>
          <p:nvPr/>
        </p:nvSpPr>
        <p:spPr>
          <a:xfrm>
            <a:off x="1821180" y="3364865"/>
            <a:ext cx="5638800" cy="328930"/>
          </a:xfrm>
          <a:prstGeom prst="rect">
            <a:avLst/>
          </a:prstGeom>
          <a:noFill/>
          <a:ln/>
        </p:spPr>
        <p:txBody>
          <a:bodyPr wrap="square" lIns="0" tIns="0" rIns="0" bIns="0" rtlCol="0" anchor="ctr"/>
          <a:lstStyle/>
          <a:p>
            <a:pPr algn="ctr" indent="0" marL="0">
              <a:buNone/>
            </a:pPr>
            <a:r>
              <a:rPr lang="ko-KR" altLang="en-US" sz="1500" b="1" dirty="0">
                <a:solidFill>
                  <a:srgbClr val="F97316"/>
                </a:solidFill>
                <a:latin typeface="Malgun Gothic" pitchFamily="34" charset="0"/>
                <a:ea typeface="Malgun Gothic" pitchFamily="34" charset="-122"/>
                <a:cs typeface="Malgun Gothic" pitchFamily="34" charset="-120"/>
              </a:rPr>
              <a:t>오답 → micro:bit X → 시범 보고 다시 (최대 3회)</a:t>
            </a:r>
            <a:endParaRPr lang="ko-KR" sz="1500" dirty="0"/>
          </a:p>
        </p:txBody>
      </p:sp>
      <p:sp>
        <p:nvSpPr>
          <p:cNvPr id="26" name="Text 24"/>
          <p:cNvSpPr/>
          <p:nvPr/>
        </p:nvSpPr>
        <p:spPr>
          <a:xfrm>
            <a:off x="548640" y="4160520"/>
            <a:ext cx="3454400" cy="411480"/>
          </a:xfrm>
          <a:prstGeom prst="rect">
            <a:avLst/>
          </a:prstGeom>
          <a:noFill/>
          <a:ln/>
        </p:spPr>
        <p:txBody>
          <a:bodyPr wrap="square" lIns="0" tIns="0" rIns="0" bIns="0" rtlCol="0" anchor="ctr"/>
          <a:lstStyle/>
          <a:p>
            <a:pPr indent="0" marL="0">
              <a:buNone/>
            </a:pPr>
            <a:r>
              <a:rPr lang="ko-KR" altLang="en-US" sz="1900" b="1" dirty="0">
                <a:solidFill>
                  <a:srgbClr val="F1F5F9"/>
                </a:solidFill>
                <a:latin typeface="Malgun Gothic" pitchFamily="34" charset="0"/>
                <a:ea typeface="Malgun Gothic" pitchFamily="34" charset="-122"/>
                <a:cs typeface="Malgun Gothic" pitchFamily="34" charset="-120"/>
              </a:rPr>
              <a:t>시범</a:t>
            </a:r>
            <a:endParaRPr lang="ko-KR" sz="1900" dirty="0"/>
          </a:p>
        </p:txBody>
      </p:sp>
      <p:sp>
        <p:nvSpPr>
          <p:cNvPr id="27" name="Text 25"/>
          <p:cNvSpPr/>
          <p:nvPr/>
        </p:nvSpPr>
        <p:spPr>
          <a:xfrm>
            <a:off x="548640" y="4617720"/>
            <a:ext cx="3454400" cy="914400"/>
          </a:xfrm>
          <a:prstGeom prst="rect">
            <a:avLst/>
          </a:prstGeom>
          <a:noFill/>
          <a:ln/>
        </p:spPr>
        <p:txBody>
          <a:bodyPr wrap="square" lIns="0" tIns="0" rIns="0" bIns="0" rtlCol="0" anchor="t"/>
          <a:lstStyle/>
          <a:p>
            <a:pPr indent="0" marL="0">
              <a:lnSpc>
                <a:spcPct val="115000"/>
              </a:lnSpc>
              <a:buNone/>
            </a:pPr>
            <a:r>
              <a:rPr lang="ko-KR" altLang="en-US" sz="1500" dirty="0">
                <a:solidFill>
                  <a:srgbClr val="94A3B8"/>
                </a:solidFill>
                <a:latin typeface="Malgun Gothic" pitchFamily="34" charset="0"/>
                <a:ea typeface="Malgun Gothic" pitchFamily="34" charset="-122"/>
                <a:cs typeface="Malgun Gothic" pitchFamily="34" charset="-120"/>
              </a:rPr>
              <a:t>AI Hand가 수신호 손모양을 만들고 그대로 유지. 화면에 손 관절 예시도 함께 표시</a:t>
            </a:r>
            <a:endParaRPr lang="ko-KR" sz="1500" dirty="0"/>
          </a:p>
        </p:txBody>
      </p:sp>
      <p:sp>
        <p:nvSpPr>
          <p:cNvPr id="28" name="Text 26"/>
          <p:cNvSpPr/>
          <p:nvPr/>
        </p:nvSpPr>
        <p:spPr>
          <a:xfrm>
            <a:off x="4368800" y="4160520"/>
            <a:ext cx="3454400" cy="411480"/>
          </a:xfrm>
          <a:prstGeom prst="rect">
            <a:avLst/>
          </a:prstGeom>
          <a:noFill/>
          <a:ln/>
        </p:spPr>
        <p:txBody>
          <a:bodyPr wrap="square" lIns="0" tIns="0" rIns="0" bIns="0" rtlCol="0" anchor="ctr"/>
          <a:lstStyle/>
          <a:p>
            <a:pPr indent="0" marL="0">
              <a:buNone/>
            </a:pPr>
            <a:r>
              <a:rPr lang="ko-KR" altLang="en-US" sz="1900" b="1" dirty="0">
                <a:solidFill>
                  <a:srgbClr val="F1F5F9"/>
                </a:solidFill>
                <a:latin typeface="Malgun Gothic" pitchFamily="34" charset="0"/>
                <a:ea typeface="Malgun Gothic" pitchFamily="34" charset="-122"/>
                <a:cs typeface="Malgun Gothic" pitchFamily="34" charset="-120"/>
              </a:rPr>
              <a:t>따라 하기 + 판정</a:t>
            </a:r>
            <a:endParaRPr lang="ko-KR" sz="1900" dirty="0"/>
          </a:p>
        </p:txBody>
      </p:sp>
      <p:sp>
        <p:nvSpPr>
          <p:cNvPr id="29" name="Text 27"/>
          <p:cNvSpPr/>
          <p:nvPr/>
        </p:nvSpPr>
        <p:spPr>
          <a:xfrm>
            <a:off x="4368800" y="4617720"/>
            <a:ext cx="3454400" cy="914400"/>
          </a:xfrm>
          <a:prstGeom prst="rect">
            <a:avLst/>
          </a:prstGeom>
          <a:noFill/>
          <a:ln/>
        </p:spPr>
        <p:txBody>
          <a:bodyPr wrap="square" lIns="0" tIns="0" rIns="0" bIns="0" rtlCol="0" anchor="t"/>
          <a:lstStyle/>
          <a:p>
            <a:pPr indent="0" marL="0">
              <a:lnSpc>
                <a:spcPct val="115000"/>
              </a:lnSpc>
              <a:buNone/>
            </a:pPr>
            <a:r>
              <a:rPr lang="ko-KR" altLang="en-US" sz="1500" dirty="0">
                <a:solidFill>
                  <a:srgbClr val="94A3B8"/>
                </a:solidFill>
                <a:latin typeface="Malgun Gothic" pitchFamily="34" charset="0"/>
                <a:ea typeface="Malgun Gothic" pitchFamily="34" charset="-122"/>
                <a:cs typeface="Malgun Gothic" pitchFamily="34" charset="-120"/>
              </a:rPr>
              <a:t>확인 버튼을 누른 뒤부터 판정 시작. 애매하면 오답 대신 ‘다시 해 주세요’</a:t>
            </a:r>
            <a:endParaRPr lang="ko-KR" sz="1500" dirty="0"/>
          </a:p>
        </p:txBody>
      </p:sp>
      <p:sp>
        <p:nvSpPr>
          <p:cNvPr id="30" name="Text 28"/>
          <p:cNvSpPr/>
          <p:nvPr/>
        </p:nvSpPr>
        <p:spPr>
          <a:xfrm>
            <a:off x="8188960" y="4160520"/>
            <a:ext cx="3454400" cy="411480"/>
          </a:xfrm>
          <a:prstGeom prst="rect">
            <a:avLst/>
          </a:prstGeom>
          <a:noFill/>
          <a:ln/>
        </p:spPr>
        <p:txBody>
          <a:bodyPr wrap="square" lIns="0" tIns="0" rIns="0" bIns="0" rtlCol="0" anchor="ctr"/>
          <a:lstStyle/>
          <a:p>
            <a:pPr indent="0" marL="0">
              <a:buNone/>
            </a:pPr>
            <a:r>
              <a:rPr lang="ko-KR" altLang="en-US" sz="1900" b="1" dirty="0">
                <a:solidFill>
                  <a:srgbClr val="F97316"/>
                </a:solidFill>
                <a:latin typeface="Malgun Gothic" pitchFamily="34" charset="0"/>
                <a:ea typeface="Malgun Gothic" pitchFamily="34" charset="-122"/>
                <a:cs typeface="Malgun Gothic" pitchFamily="34" charset="-120"/>
              </a:rPr>
              <a:t>물리 피드백(picar)</a:t>
            </a:r>
            <a:endParaRPr lang="ko-KR" sz="1900" dirty="0"/>
          </a:p>
        </p:txBody>
      </p:sp>
      <p:sp>
        <p:nvSpPr>
          <p:cNvPr id="31" name="Text 29"/>
          <p:cNvSpPr/>
          <p:nvPr/>
        </p:nvSpPr>
        <p:spPr>
          <a:xfrm>
            <a:off x="8188960" y="4617720"/>
            <a:ext cx="3454400" cy="914400"/>
          </a:xfrm>
          <a:prstGeom prst="rect">
            <a:avLst/>
          </a:prstGeom>
          <a:noFill/>
          <a:ln/>
        </p:spPr>
        <p:txBody>
          <a:bodyPr wrap="square" lIns="0" tIns="0" rIns="0" bIns="0" rtlCol="0" anchor="t"/>
          <a:lstStyle/>
          <a:p>
            <a:pPr indent="0" marL="0">
              <a:lnSpc>
                <a:spcPct val="115000"/>
              </a:lnSpc>
              <a:buNone/>
            </a:pPr>
            <a:r>
              <a:rPr lang="ko-KR" altLang="en-US" sz="1500" dirty="0">
                <a:solidFill>
                  <a:srgbClr val="94A3B8"/>
                </a:solidFill>
                <a:latin typeface="Malgun Gothic" pitchFamily="34" charset="0"/>
                <a:ea typeface="Malgun Gothic" pitchFamily="34" charset="-122"/>
                <a:cs typeface="Malgun Gothic" pitchFamily="34" charset="-120"/>
              </a:rPr>
              <a:t>정답이면 picar가 그 신호대로 주행하고 LED 점등, micro:bit에 O 표시</a:t>
            </a:r>
            <a:endParaRPr lang="ko-KR" sz="1500" dirty="0"/>
          </a:p>
        </p:txBody>
      </p:sp>
      <p:sp>
        <p:nvSpPr>
          <p:cNvPr id="32" name="Text 30"/>
          <p:cNvSpPr/>
          <p:nvPr/>
        </p:nvSpPr>
        <p:spPr>
          <a:xfrm>
            <a:off x="548640" y="5760720"/>
            <a:ext cx="11094720" cy="411480"/>
          </a:xfrm>
          <a:prstGeom prst="rect">
            <a:avLst/>
          </a:prstGeom>
          <a:noFill/>
          <a:ln/>
        </p:spPr>
        <p:txBody>
          <a:bodyPr wrap="square" lIns="0" tIns="0" rIns="0" bIns="0" rtlCol="0" anchor="ctr"/>
          <a:lstStyle/>
          <a:p>
            <a:pPr indent="0" marL="0">
              <a:buNone/>
            </a:pPr>
            <a:r>
              <a:rPr lang="ko-KR" altLang="en-US" sz="1900" b="1" dirty="0">
                <a:solidFill>
                  <a:srgbClr val="F1F5F9"/>
                </a:solidFill>
                <a:latin typeface="Malgun Gothic" pitchFamily="34" charset="0"/>
                <a:ea typeface="Malgun Gothic" pitchFamily="34" charset="-122"/>
                <a:cs typeface="Malgun Gothic" pitchFamily="34" charset="-120"/>
              </a:rPr>
              <a:t>판정 결과가 화면 글자가 아니라 </a:t>
            </a:r>
            <a:pPr indent="0" marL="0">
              <a:buNone/>
            </a:pPr>
            <a:r>
              <a:rPr lang="ko-KR" altLang="en-US" sz="1900" b="1" dirty="0">
                <a:solidFill>
                  <a:srgbClr val="F97316"/>
                </a:solidFill>
                <a:latin typeface="Malgun Gothic" pitchFamily="34" charset="0"/>
                <a:ea typeface="Malgun Gothic" pitchFamily="34" charset="-122"/>
                <a:cs typeface="Malgun Gothic" pitchFamily="34" charset="-120"/>
              </a:rPr>
              <a:t>picar의 실제 움직임</a:t>
            </a:r>
            <a:pPr indent="0" marL="0">
              <a:buNone/>
            </a:pPr>
            <a:r>
              <a:rPr lang="ko-KR" altLang="en-US" sz="1900" b="1" dirty="0">
                <a:solidFill>
                  <a:srgbClr val="F1F5F9"/>
                </a:solidFill>
                <a:latin typeface="Malgun Gothic" pitchFamily="34" charset="0"/>
                <a:ea typeface="Malgun Gothic" pitchFamily="34" charset="-122"/>
                <a:cs typeface="Malgun Gothic" pitchFamily="34" charset="-120"/>
              </a:rPr>
              <a:t>으로 나옴 → Physical AI</a:t>
            </a:r>
            <a:endParaRPr lang="ko-KR" sz="1900"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xmlns:p14="http://schemas.microsoft.com/office/powerpoint/2010/main">
  <p:cSld name="Slide 4">
    <p:bg>
      <p:bgPr>
        <a:solidFill>
          <a:srgbClr val="0D1217"/>
        </a:solidFill>
      </p:bgPr>
    </p:bg>
    <p:spTree>
      <p:nvGrpSpPr>
        <p:cNvPr id="1" name=""/>
        <p:cNvGrpSpPr/>
        <p:nvPr/>
      </p:nvGrpSpPr>
      <p:grpSpPr>
        <a:xfrm>
          <a:off x="0" y="0"/>
          <a:ext cx="0" cy="0"/>
          <a:chOff x="0" y="0"/>
          <a:chExt cx="0" cy="0"/>
        </a:xfrm>
      </p:grpSpPr>
      <p:sp>
        <p:nvSpPr>
          <p:cNvPr id="2" name="Shape 0"/>
          <p:cNvSpPr/>
          <p:nvPr/>
        </p:nvSpPr>
        <p:spPr>
          <a:xfrm>
            <a:off x="548640" y="457200"/>
            <a:ext cx="100330" cy="100330"/>
          </a:xfrm>
          <a:prstGeom prst="rect">
            <a:avLst/>
          </a:prstGeom>
          <a:solidFill>
            <a:srgbClr val="F97316"/>
          </a:solidFill>
          <a:ln w="12700">
            <a:solidFill>
              <a:srgbClr val="F97316"/>
            </a:solidFill>
            <a:prstDash val="solid"/>
          </a:ln>
        </p:spPr>
      </p:sp>
      <p:sp>
        <p:nvSpPr>
          <p:cNvPr id="3" name="Text 1"/>
          <p:cNvSpPr/>
          <p:nvPr/>
        </p:nvSpPr>
        <p:spPr>
          <a:xfrm>
            <a:off x="749935" y="356870"/>
            <a:ext cx="7315200" cy="292735"/>
          </a:xfrm>
          <a:prstGeom prst="rect">
            <a:avLst/>
          </a:prstGeom>
          <a:noFill/>
          <a:ln/>
        </p:spPr>
        <p:txBody>
          <a:bodyPr wrap="square" lIns="0" tIns="0" rIns="0" bIns="0" rtlCol="0" anchor="ctr"/>
          <a:lstStyle/>
          <a:p>
            <a:pPr indent="0" marL="0">
              <a:buNone/>
            </a:pPr>
            <a:r>
              <a:rPr lang="ko-KR" altLang="en-US" sz="1200" dirty="0">
                <a:solidFill>
                  <a:srgbClr val="94A3B8"/>
                </a:solidFill>
                <a:latin typeface="Malgun Gothic" pitchFamily="34" charset="0"/>
                <a:ea typeface="Malgun Gothic" pitchFamily="34" charset="-122"/>
                <a:cs typeface="Malgun Gothic" pitchFamily="34" charset="-120"/>
              </a:rPr>
              <a:t>04   하드웨어 구성</a:t>
            </a:r>
            <a:endParaRPr lang="ko-KR" sz="1200" dirty="0"/>
          </a:p>
        </p:txBody>
      </p:sp>
      <p:sp>
        <p:nvSpPr>
          <p:cNvPr id="4" name="Text 2"/>
          <p:cNvSpPr/>
          <p:nvPr/>
        </p:nvSpPr>
        <p:spPr>
          <a:xfrm>
            <a:off x="10546080" y="6446520"/>
            <a:ext cx="1097280" cy="228600"/>
          </a:xfrm>
          <a:prstGeom prst="rect">
            <a:avLst/>
          </a:prstGeom>
          <a:noFill/>
          <a:ln/>
        </p:spPr>
        <p:txBody>
          <a:bodyPr wrap="square" lIns="0" tIns="0" rIns="0" bIns="0" rtlCol="0" anchor="ctr"/>
          <a:lstStyle/>
          <a:p>
            <a:pPr algn="r" indent="0" marL="0">
              <a:buNone/>
            </a:pPr>
            <a:r>
              <a:rPr lang="ko-KR" altLang="en-US" sz="900" dirty="0">
                <a:solidFill>
                  <a:srgbClr val="64748B"/>
                </a:solidFill>
                <a:latin typeface="Consolas" pitchFamily="34" charset="0"/>
                <a:ea typeface="Consolas" pitchFamily="34" charset="-122"/>
                <a:cs typeface="Consolas" pitchFamily="34" charset="-120"/>
              </a:rPr>
              <a:t>04 / 15</a:t>
            </a:r>
            <a:endParaRPr lang="ko-KR" sz="900" dirty="0"/>
          </a:p>
        </p:txBody>
      </p:sp>
      <p:sp>
        <p:nvSpPr>
          <p:cNvPr id="5" name="Text 3"/>
          <p:cNvSpPr/>
          <p:nvPr/>
        </p:nvSpPr>
        <p:spPr>
          <a:xfrm>
            <a:off x="548640" y="6446520"/>
            <a:ext cx="3657600" cy="228600"/>
          </a:xfrm>
          <a:prstGeom prst="rect">
            <a:avLst/>
          </a:prstGeom>
          <a:noFill/>
          <a:ln/>
        </p:spPr>
        <p:txBody>
          <a:bodyPr wrap="square" lIns="0" tIns="0" rIns="0" bIns="0" rtlCol="0" anchor="ctr"/>
          <a:lstStyle/>
          <a:p>
            <a:pPr indent="0" marL="0">
              <a:buNone/>
            </a:pPr>
            <a:r>
              <a:rPr lang="ko-KR" altLang="en-US" sz="900" dirty="0">
                <a:solidFill>
                  <a:srgbClr val="64748B"/>
                </a:solidFill>
                <a:latin typeface="Malgun Gothic" pitchFamily="34" charset="0"/>
                <a:ea typeface="Malgun Gothic" pitchFamily="34" charset="-122"/>
                <a:cs typeface="Malgun Gothic" pitchFamily="34" charset="-120"/>
              </a:rPr>
              <a:t>SafeSign PhysicalAI · 심기일전</a:t>
            </a:r>
            <a:endParaRPr lang="ko-KR" sz="900" dirty="0"/>
          </a:p>
        </p:txBody>
      </p:sp>
      <p:graphicFrame>
        <p:nvGraphicFramePr>
          <p:cNvPr id="5" name="Text 3"/>
          <p:cNvGraphicFramePr>
            <a:graphicFrameLocks noGrp="1"/>
          </p:cNvGraphicFramePr>
          <p:nvPr>
            <p:extLst>
              <p:ext uri="{D42A27DB-BD31-4B8C-83A1-F6EECF244321}">
                <p14:modId xmlns:p14="http://schemas.microsoft.com/office/powerpoint/2010/main" val="1579011935"/>
              </p:ext>
            </p:extLst>
          </p:nvPr>
        </p:nvGraphicFramePr>
        <p:xfrm>
          <a:off x="548640" y="1536192"/>
          <a:ext cx="11094415" cy="914400"/>
        </p:xfrm>
        <a:graphic>
          <a:graphicData uri="http://schemas.openxmlformats.org/drawingml/2006/table">
            <a:tbl>
              <a:tblPr/>
              <a:tblGrid>
                <a:gridCol w="2743200"/>
                <a:gridCol w="4343400"/>
                <a:gridCol w="4005072"/>
              </a:tblGrid>
              <a:tr h="457200">
                <a:tc>
                  <a:txBody>
                    <a:bodyPr/>
                    <a:lstStyle/>
                    <a:p>
                      <a:pPr indent="0" marL="0">
                        <a:buNone/>
                      </a:pPr>
                      <a:r>
                        <a:rPr lang="en-US" sz="1500" b="1" dirty="0">
                          <a:solidFill>
                            <a:srgbClr val="0F172A"/>
                          </a:solidFill>
                          <a:latin typeface="Malgun Gothic" pitchFamily="34" charset="0"/>
                          <a:ea typeface="Malgun Gothic" pitchFamily="34" charset="-122"/>
                          <a:cs typeface="Malgun Gothic" pitchFamily="34" charset="-120"/>
                        </a:rPr>
                        <a:t>부품</a:t>
                      </a:r>
                      <a:endParaRPr lang="en-US" sz="1500" dirty="0">
                        <a:latin typeface="Malgun Gothic" charset="0"/>
                        <a:ea typeface="Malgun Gothic" charset="0"/>
                        <a:cs typeface="Malgun Gothic" charset="0"/>
                      </a:endParaRPr>
                    </a:p>
                  </a:txBody>
                  <a:tcPr marL="109728" marR="109728" marT="36576" marB="36576" anchor="ctr">
                    <a:lnL w="9525" cap="flat" cmpd="sng" algn="ctr">
                      <a:solidFill>
                        <a:srgbClr val="263241"/>
                      </a:solidFill>
                      <a:prstDash val="solid"/>
                      <a:round/>
                      <a:headEnd type="none" w="med" len="med"/>
                      <a:tailEnd type="none" w="med" len="med"/>
                    </a:lnL>
                    <a:lnR w="9525" cap="flat" cmpd="sng" algn="ctr">
                      <a:solidFill>
                        <a:srgbClr val="263241"/>
                      </a:solidFill>
                      <a:prstDash val="solid"/>
                      <a:round/>
                      <a:headEnd type="none" w="med" len="med"/>
                      <a:tailEnd type="none" w="med" len="med"/>
                    </a:lnR>
                    <a:lnT w="9525" cap="flat" cmpd="sng" algn="ctr">
                      <a:solidFill>
                        <a:srgbClr val="263241"/>
                      </a:solidFill>
                      <a:prstDash val="solid"/>
                      <a:round/>
                      <a:headEnd type="none" w="med" len="med"/>
                      <a:tailEnd type="none" w="med" len="med"/>
                    </a:lnT>
                    <a:lnB w="9525" cap="flat" cmpd="sng" algn="ctr">
                      <a:solidFill>
                        <a:srgbClr val="263241"/>
                      </a:solidFill>
                      <a:prstDash val="solid"/>
                      <a:round/>
                      <a:headEnd type="none" w="med" len="med"/>
                      <a:tailEnd type="none" w="med" len="med"/>
                    </a:lnB>
                    <a:solidFill>
                      <a:srgbClr val="F97316"/>
                    </a:solidFill>
                  </a:tcPr>
                </a:tc>
                <a:tc>
                  <a:txBody>
                    <a:bodyPr/>
                    <a:lstStyle/>
                    <a:p>
                      <a:pPr indent="0" marL="0">
                        <a:buNone/>
                      </a:pPr>
                      <a:r>
                        <a:rPr lang="en-US" sz="1500" b="1" dirty="0">
                          <a:solidFill>
                            <a:srgbClr val="0F172A"/>
                          </a:solidFill>
                          <a:latin typeface="Malgun Gothic" pitchFamily="34" charset="0"/>
                          <a:ea typeface="Malgun Gothic" pitchFamily="34" charset="-122"/>
                          <a:cs typeface="Malgun Gothic" pitchFamily="34" charset="-120"/>
                        </a:rPr>
                        <a:t>역할</a:t>
                      </a:r>
                      <a:endParaRPr lang="en-US" sz="1500" dirty="0">
                        <a:latin typeface="Malgun Gothic" charset="0"/>
                        <a:ea typeface="Malgun Gothic" charset="0"/>
                        <a:cs typeface="Malgun Gothic" charset="0"/>
                      </a:endParaRPr>
                    </a:p>
                  </a:txBody>
                  <a:tcPr marL="109728" marR="109728" marT="36576" marB="36576" anchor="ctr">
                    <a:lnL w="9525" cap="flat" cmpd="sng" algn="ctr">
                      <a:solidFill>
                        <a:srgbClr val="263241"/>
                      </a:solidFill>
                      <a:prstDash val="solid"/>
                      <a:round/>
                      <a:headEnd type="none" w="med" len="med"/>
                      <a:tailEnd type="none" w="med" len="med"/>
                    </a:lnL>
                    <a:lnR w="9525" cap="flat" cmpd="sng" algn="ctr">
                      <a:solidFill>
                        <a:srgbClr val="263241"/>
                      </a:solidFill>
                      <a:prstDash val="solid"/>
                      <a:round/>
                      <a:headEnd type="none" w="med" len="med"/>
                      <a:tailEnd type="none" w="med" len="med"/>
                    </a:lnR>
                    <a:lnT w="9525" cap="flat" cmpd="sng" algn="ctr">
                      <a:solidFill>
                        <a:srgbClr val="263241"/>
                      </a:solidFill>
                      <a:prstDash val="solid"/>
                      <a:round/>
                      <a:headEnd type="none" w="med" len="med"/>
                      <a:tailEnd type="none" w="med" len="med"/>
                    </a:lnT>
                    <a:lnB w="9525" cap="flat" cmpd="sng" algn="ctr">
                      <a:solidFill>
                        <a:srgbClr val="263241"/>
                      </a:solidFill>
                      <a:prstDash val="solid"/>
                      <a:round/>
                      <a:headEnd type="none" w="med" len="med"/>
                      <a:tailEnd type="none" w="med" len="med"/>
                    </a:lnB>
                    <a:solidFill>
                      <a:srgbClr val="F97316"/>
                    </a:solidFill>
                  </a:tcPr>
                </a:tc>
                <a:tc>
                  <a:txBody>
                    <a:bodyPr/>
                    <a:lstStyle/>
                    <a:p>
                      <a:pPr indent="0" marL="0">
                        <a:buNone/>
                      </a:pPr>
                      <a:r>
                        <a:rPr lang="en-US" sz="1500" b="1" dirty="0">
                          <a:solidFill>
                            <a:srgbClr val="0F172A"/>
                          </a:solidFill>
                          <a:latin typeface="Malgun Gothic" pitchFamily="34" charset="0"/>
                          <a:ea typeface="Malgun Gothic" pitchFamily="34" charset="-122"/>
                          <a:cs typeface="Malgun Gothic" pitchFamily="34" charset="-120"/>
                        </a:rPr>
                        <a:t>연결 방법</a:t>
                      </a:r>
                      <a:endParaRPr lang="en-US" sz="1500" dirty="0">
                        <a:latin typeface="Malgun Gothic" charset="0"/>
                        <a:ea typeface="Malgun Gothic" charset="0"/>
                        <a:cs typeface="Malgun Gothic" charset="0"/>
                      </a:endParaRPr>
                    </a:p>
                  </a:txBody>
                  <a:tcPr marL="109728" marR="109728" marT="36576" marB="36576" anchor="ctr">
                    <a:lnL w="9525" cap="flat" cmpd="sng" algn="ctr">
                      <a:solidFill>
                        <a:srgbClr val="263241"/>
                      </a:solidFill>
                      <a:prstDash val="solid"/>
                      <a:round/>
                      <a:headEnd type="none" w="med" len="med"/>
                      <a:tailEnd type="none" w="med" len="med"/>
                    </a:lnL>
                    <a:lnR w="9525" cap="flat" cmpd="sng" algn="ctr">
                      <a:solidFill>
                        <a:srgbClr val="263241"/>
                      </a:solidFill>
                      <a:prstDash val="solid"/>
                      <a:round/>
                      <a:headEnd type="none" w="med" len="med"/>
                      <a:tailEnd type="none" w="med" len="med"/>
                    </a:lnR>
                    <a:lnT w="9525" cap="flat" cmpd="sng" algn="ctr">
                      <a:solidFill>
                        <a:srgbClr val="263241"/>
                      </a:solidFill>
                      <a:prstDash val="solid"/>
                      <a:round/>
                      <a:headEnd type="none" w="med" len="med"/>
                      <a:tailEnd type="none" w="med" len="med"/>
                    </a:lnT>
                    <a:lnB w="9525" cap="flat" cmpd="sng" algn="ctr">
                      <a:solidFill>
                        <a:srgbClr val="263241"/>
                      </a:solidFill>
                      <a:prstDash val="solid"/>
                      <a:round/>
                      <a:headEnd type="none" w="med" len="med"/>
                      <a:tailEnd type="none" w="med" len="med"/>
                    </a:lnB>
                    <a:solidFill>
                      <a:srgbClr val="F97316"/>
                    </a:solidFill>
                  </a:tcPr>
                </a:tc>
              </a:tr>
              <a:tr h="457200">
                <a:tc>
                  <a:txBody>
                    <a:bodyPr/>
                    <a:lstStyle/>
                    <a:p>
                      <a:pPr indent="0" marL="0">
                        <a:buNone/>
                      </a:pPr>
                      <a:r>
                        <a:rPr lang="en-US" sz="1400" b="1" dirty="0">
                          <a:solidFill>
                            <a:srgbClr val="F1F5F9"/>
                          </a:solidFill>
                          <a:latin typeface="Malgun Gothic" pitchFamily="34" charset="0"/>
                          <a:ea typeface="Malgun Gothic" pitchFamily="34" charset="-122"/>
                          <a:cs typeface="Malgun Gothic" pitchFamily="34" charset="-120"/>
                        </a:rPr>
                        <a:t>Raspberry Pi 5 (4GB)</a:t>
                      </a:r>
                      <a:endParaRPr lang="en-US" sz="1400" dirty="0">
                        <a:latin typeface="Malgun Gothic" charset="0"/>
                        <a:ea typeface="Malgun Gothic" charset="0"/>
                        <a:cs typeface="Malgun Gothic" charset="0"/>
                      </a:endParaRPr>
                    </a:p>
                  </a:txBody>
                  <a:tcPr marL="109728" marR="109728" marT="36576" marB="36576" anchor="ctr">
                    <a:lnL w="9525" cap="flat" cmpd="sng" algn="ctr">
                      <a:solidFill>
                        <a:srgbClr val="263241"/>
                      </a:solidFill>
                      <a:prstDash val="solid"/>
                      <a:round/>
                      <a:headEnd type="none" w="med" len="med"/>
                      <a:tailEnd type="none" w="med" len="med"/>
                    </a:lnL>
                    <a:lnR w="9525" cap="flat" cmpd="sng" algn="ctr">
                      <a:solidFill>
                        <a:srgbClr val="263241"/>
                      </a:solidFill>
                      <a:prstDash val="solid"/>
                      <a:round/>
                      <a:headEnd type="none" w="med" len="med"/>
                      <a:tailEnd type="none" w="med" len="med"/>
                    </a:lnR>
                    <a:lnT w="9525" cap="flat" cmpd="sng" algn="ctr">
                      <a:solidFill>
                        <a:srgbClr val="263241"/>
                      </a:solidFill>
                      <a:prstDash val="solid"/>
                      <a:round/>
                      <a:headEnd type="none" w="med" len="med"/>
                      <a:tailEnd type="none" w="med" len="med"/>
                    </a:lnT>
                    <a:lnB w="9525" cap="flat" cmpd="sng" algn="ctr">
                      <a:solidFill>
                        <a:srgbClr val="263241"/>
                      </a:solidFill>
                      <a:prstDash val="solid"/>
                      <a:round/>
                      <a:headEnd type="none" w="med" len="med"/>
                      <a:tailEnd type="none" w="med" len="med"/>
                    </a:lnB>
                    <a:solidFill>
                      <a:srgbClr val="121820"/>
                    </a:solidFill>
                  </a:tcPr>
                </a:tc>
                <a:tc>
                  <a:txBody>
                    <a:bodyPr/>
                    <a:lstStyle/>
                    <a:p>
                      <a:pPr indent="0" marL="0">
                        <a:buNone/>
                      </a:pPr>
                      <a:r>
                        <a:rPr lang="en-US" sz="1400" dirty="0">
                          <a:solidFill>
                            <a:srgbClr val="94A3B8"/>
                          </a:solidFill>
                          <a:latin typeface="Malgun Gothic" pitchFamily="34" charset="0"/>
                          <a:ea typeface="Malgun Gothic" pitchFamily="34" charset="-122"/>
                          <a:cs typeface="Malgun Gothic" pitchFamily="34" charset="-120"/>
                        </a:rPr>
                        <a:t>학습자 앞 고정 스테이션 — 손 인식·판정, 교육 화면, 장치 제어</a:t>
                      </a:r>
                      <a:endParaRPr lang="en-US" sz="1400" dirty="0">
                        <a:latin typeface="Malgun Gothic" charset="0"/>
                        <a:ea typeface="Malgun Gothic" charset="0"/>
                        <a:cs typeface="Malgun Gothic" charset="0"/>
                      </a:endParaRPr>
                    </a:p>
                  </a:txBody>
                  <a:tcPr marL="109728" marR="109728" marT="36576" marB="36576" anchor="ctr">
                    <a:lnL w="9525" cap="flat" cmpd="sng" algn="ctr">
                      <a:solidFill>
                        <a:srgbClr val="263241"/>
                      </a:solidFill>
                      <a:prstDash val="solid"/>
                      <a:round/>
                      <a:headEnd type="none" w="med" len="med"/>
                      <a:tailEnd type="none" w="med" len="med"/>
                    </a:lnL>
                    <a:lnR w="9525" cap="flat" cmpd="sng" algn="ctr">
                      <a:solidFill>
                        <a:srgbClr val="263241"/>
                      </a:solidFill>
                      <a:prstDash val="solid"/>
                      <a:round/>
                      <a:headEnd type="none" w="med" len="med"/>
                      <a:tailEnd type="none" w="med" len="med"/>
                    </a:lnR>
                    <a:lnT w="9525" cap="flat" cmpd="sng" algn="ctr">
                      <a:solidFill>
                        <a:srgbClr val="263241"/>
                      </a:solidFill>
                      <a:prstDash val="solid"/>
                      <a:round/>
                      <a:headEnd type="none" w="med" len="med"/>
                      <a:tailEnd type="none" w="med" len="med"/>
                    </a:lnT>
                    <a:lnB w="9525" cap="flat" cmpd="sng" algn="ctr">
                      <a:solidFill>
                        <a:srgbClr val="263241"/>
                      </a:solidFill>
                      <a:prstDash val="solid"/>
                      <a:round/>
                      <a:headEnd type="none" w="med" len="med"/>
                      <a:tailEnd type="none" w="med" len="med"/>
                    </a:lnB>
                    <a:solidFill>
                      <a:srgbClr val="121820"/>
                    </a:solidFill>
                  </a:tcPr>
                </a:tc>
                <a:tc>
                  <a:txBody>
                    <a:bodyPr/>
                    <a:lstStyle/>
                    <a:p>
                      <a:pPr indent="0" marL="0">
                        <a:buNone/>
                      </a:pPr>
                      <a:r>
                        <a:rPr lang="en-US" sz="1400" dirty="0">
                          <a:solidFill>
                            <a:srgbClr val="94A3B8"/>
                          </a:solidFill>
                          <a:latin typeface="Malgun Gothic" pitchFamily="34" charset="0"/>
                          <a:ea typeface="Malgun Gothic" pitchFamily="34" charset="-122"/>
                          <a:cs typeface="Malgun Gothic" pitchFamily="34" charset="-120"/>
                        </a:rPr>
                        <a:t>카메라 CSI · micro:bit BLE · picar Wi-Fi · PC 랜선 직결</a:t>
                      </a:r>
                      <a:endParaRPr lang="en-US" sz="1400" dirty="0">
                        <a:latin typeface="Malgun Gothic" charset="0"/>
                        <a:ea typeface="Malgun Gothic" charset="0"/>
                        <a:cs typeface="Malgun Gothic" charset="0"/>
                      </a:endParaRPr>
                    </a:p>
                  </a:txBody>
                  <a:tcPr marL="109728" marR="109728" marT="36576" marB="36576" anchor="ctr">
                    <a:lnL w="9525" cap="flat" cmpd="sng" algn="ctr">
                      <a:solidFill>
                        <a:srgbClr val="263241"/>
                      </a:solidFill>
                      <a:prstDash val="solid"/>
                      <a:round/>
                      <a:headEnd type="none" w="med" len="med"/>
                      <a:tailEnd type="none" w="med" len="med"/>
                    </a:lnL>
                    <a:lnR w="9525" cap="flat" cmpd="sng" algn="ctr">
                      <a:solidFill>
                        <a:srgbClr val="263241"/>
                      </a:solidFill>
                      <a:prstDash val="solid"/>
                      <a:round/>
                      <a:headEnd type="none" w="med" len="med"/>
                      <a:tailEnd type="none" w="med" len="med"/>
                    </a:lnR>
                    <a:lnT w="9525" cap="flat" cmpd="sng" algn="ctr">
                      <a:solidFill>
                        <a:srgbClr val="263241"/>
                      </a:solidFill>
                      <a:prstDash val="solid"/>
                      <a:round/>
                      <a:headEnd type="none" w="med" len="med"/>
                      <a:tailEnd type="none" w="med" len="med"/>
                    </a:lnT>
                    <a:lnB w="9525" cap="flat" cmpd="sng" algn="ctr">
                      <a:solidFill>
                        <a:srgbClr val="263241"/>
                      </a:solidFill>
                      <a:prstDash val="solid"/>
                      <a:round/>
                      <a:headEnd type="none" w="med" len="med"/>
                      <a:tailEnd type="none" w="med" len="med"/>
                    </a:lnB>
                    <a:solidFill>
                      <a:srgbClr val="121820"/>
                    </a:solidFill>
                  </a:tcPr>
                </a:tc>
              </a:tr>
              <a:tr h="457200">
                <a:tc>
                  <a:txBody>
                    <a:bodyPr/>
                    <a:lstStyle/>
                    <a:p>
                      <a:pPr indent="0" marL="0">
                        <a:buNone/>
                      </a:pPr>
                      <a:r>
                        <a:rPr lang="en-US" sz="1400" b="1" dirty="0">
                          <a:solidFill>
                            <a:srgbClr val="F1F5F9"/>
                          </a:solidFill>
                          <a:latin typeface="Malgun Gothic" pitchFamily="34" charset="0"/>
                          <a:ea typeface="Malgun Gothic" pitchFamily="34" charset="-122"/>
                          <a:cs typeface="Malgun Gothic" pitchFamily="34" charset="-120"/>
                        </a:rPr>
                        <a:t>Pi Camera Module 3</a:t>
                      </a:r>
                      <a:endParaRPr lang="en-US" sz="1400" dirty="0">
                        <a:latin typeface="Malgun Gothic" charset="0"/>
                        <a:ea typeface="Malgun Gothic" charset="0"/>
                        <a:cs typeface="Malgun Gothic" charset="0"/>
                      </a:endParaRPr>
                    </a:p>
                  </a:txBody>
                  <a:tcPr marL="109728" marR="109728" marT="36576" marB="36576" anchor="ctr">
                    <a:lnL w="9525" cap="flat" cmpd="sng" algn="ctr">
                      <a:solidFill>
                        <a:srgbClr val="263241"/>
                      </a:solidFill>
                      <a:prstDash val="solid"/>
                      <a:round/>
                      <a:headEnd type="none" w="med" len="med"/>
                      <a:tailEnd type="none" w="med" len="med"/>
                    </a:lnL>
                    <a:lnR w="9525" cap="flat" cmpd="sng" algn="ctr">
                      <a:solidFill>
                        <a:srgbClr val="263241"/>
                      </a:solidFill>
                      <a:prstDash val="solid"/>
                      <a:round/>
                      <a:headEnd type="none" w="med" len="med"/>
                      <a:tailEnd type="none" w="med" len="med"/>
                    </a:lnR>
                    <a:lnT w="9525" cap="flat" cmpd="sng" algn="ctr">
                      <a:solidFill>
                        <a:srgbClr val="263241"/>
                      </a:solidFill>
                      <a:prstDash val="solid"/>
                      <a:round/>
                      <a:headEnd type="none" w="med" len="med"/>
                      <a:tailEnd type="none" w="med" len="med"/>
                    </a:lnT>
                    <a:lnB w="9525" cap="flat" cmpd="sng" algn="ctr">
                      <a:solidFill>
                        <a:srgbClr val="263241"/>
                      </a:solidFill>
                      <a:prstDash val="solid"/>
                      <a:round/>
                      <a:headEnd type="none" w="med" len="med"/>
                      <a:tailEnd type="none" w="med" len="med"/>
                    </a:lnB>
                    <a:solidFill>
                      <a:srgbClr val="18202A"/>
                    </a:solidFill>
                  </a:tcPr>
                </a:tc>
                <a:tc>
                  <a:txBody>
                    <a:bodyPr/>
                    <a:lstStyle/>
                    <a:p>
                      <a:pPr indent="0" marL="0">
                        <a:buNone/>
                      </a:pPr>
                      <a:r>
                        <a:rPr lang="en-US" sz="1400" dirty="0">
                          <a:solidFill>
                            <a:srgbClr val="94A3B8"/>
                          </a:solidFill>
                          <a:latin typeface="Malgun Gothic" pitchFamily="34" charset="0"/>
                          <a:ea typeface="Malgun Gothic" pitchFamily="34" charset="-122"/>
                          <a:cs typeface="Malgun Gothic" pitchFamily="34" charset="-120"/>
                        </a:rPr>
                        <a:t>학습자 손 촬영 (1280×720)</a:t>
                      </a:r>
                      <a:endParaRPr lang="en-US" sz="1400" dirty="0">
                        <a:latin typeface="Malgun Gothic" charset="0"/>
                        <a:ea typeface="Malgun Gothic" charset="0"/>
                        <a:cs typeface="Malgun Gothic" charset="0"/>
                      </a:endParaRPr>
                    </a:p>
                  </a:txBody>
                  <a:tcPr marL="109728" marR="109728" marT="36576" marB="36576" anchor="ctr">
                    <a:lnL w="9525" cap="flat" cmpd="sng" algn="ctr">
                      <a:solidFill>
                        <a:srgbClr val="263241"/>
                      </a:solidFill>
                      <a:prstDash val="solid"/>
                      <a:round/>
                      <a:headEnd type="none" w="med" len="med"/>
                      <a:tailEnd type="none" w="med" len="med"/>
                    </a:lnL>
                    <a:lnR w="9525" cap="flat" cmpd="sng" algn="ctr">
                      <a:solidFill>
                        <a:srgbClr val="263241"/>
                      </a:solidFill>
                      <a:prstDash val="solid"/>
                      <a:round/>
                      <a:headEnd type="none" w="med" len="med"/>
                      <a:tailEnd type="none" w="med" len="med"/>
                    </a:lnR>
                    <a:lnT w="9525" cap="flat" cmpd="sng" algn="ctr">
                      <a:solidFill>
                        <a:srgbClr val="263241"/>
                      </a:solidFill>
                      <a:prstDash val="solid"/>
                      <a:round/>
                      <a:headEnd type="none" w="med" len="med"/>
                      <a:tailEnd type="none" w="med" len="med"/>
                    </a:lnT>
                    <a:lnB w="9525" cap="flat" cmpd="sng" algn="ctr">
                      <a:solidFill>
                        <a:srgbClr val="263241"/>
                      </a:solidFill>
                      <a:prstDash val="solid"/>
                      <a:round/>
                      <a:headEnd type="none" w="med" len="med"/>
                      <a:tailEnd type="none" w="med" len="med"/>
                    </a:lnB>
                    <a:solidFill>
                      <a:srgbClr val="18202A"/>
                    </a:solidFill>
                  </a:tcPr>
                </a:tc>
                <a:tc>
                  <a:txBody>
                    <a:bodyPr/>
                    <a:lstStyle/>
                    <a:p>
                      <a:pPr indent="0" marL="0">
                        <a:buNone/>
                      </a:pPr>
                      <a:r>
                        <a:rPr lang="en-US" sz="1400" dirty="0">
                          <a:solidFill>
                            <a:srgbClr val="94A3B8"/>
                          </a:solidFill>
                          <a:latin typeface="Malgun Gothic" pitchFamily="34" charset="0"/>
                          <a:ea typeface="Malgun Gothic" pitchFamily="34" charset="-122"/>
                          <a:cs typeface="Malgun Gothic" pitchFamily="34" charset="-120"/>
                        </a:rPr>
                        <a:t>RPi5에 CSI 케이블(15→22핀)로 직결</a:t>
                      </a:r>
                      <a:endParaRPr lang="en-US" sz="1400" dirty="0">
                        <a:latin typeface="Malgun Gothic" charset="0"/>
                        <a:ea typeface="Malgun Gothic" charset="0"/>
                        <a:cs typeface="Malgun Gothic" charset="0"/>
                      </a:endParaRPr>
                    </a:p>
                  </a:txBody>
                  <a:tcPr marL="109728" marR="109728" marT="36576" marB="36576" anchor="ctr">
                    <a:lnL w="9525" cap="flat" cmpd="sng" algn="ctr">
                      <a:solidFill>
                        <a:srgbClr val="263241"/>
                      </a:solidFill>
                      <a:prstDash val="solid"/>
                      <a:round/>
                      <a:headEnd type="none" w="med" len="med"/>
                      <a:tailEnd type="none" w="med" len="med"/>
                    </a:lnL>
                    <a:lnR w="9525" cap="flat" cmpd="sng" algn="ctr">
                      <a:solidFill>
                        <a:srgbClr val="263241"/>
                      </a:solidFill>
                      <a:prstDash val="solid"/>
                      <a:round/>
                      <a:headEnd type="none" w="med" len="med"/>
                      <a:tailEnd type="none" w="med" len="med"/>
                    </a:lnR>
                    <a:lnT w="9525" cap="flat" cmpd="sng" algn="ctr">
                      <a:solidFill>
                        <a:srgbClr val="263241"/>
                      </a:solidFill>
                      <a:prstDash val="solid"/>
                      <a:round/>
                      <a:headEnd type="none" w="med" len="med"/>
                      <a:tailEnd type="none" w="med" len="med"/>
                    </a:lnT>
                    <a:lnB w="9525" cap="flat" cmpd="sng" algn="ctr">
                      <a:solidFill>
                        <a:srgbClr val="263241"/>
                      </a:solidFill>
                      <a:prstDash val="solid"/>
                      <a:round/>
                      <a:headEnd type="none" w="med" len="med"/>
                      <a:tailEnd type="none" w="med" len="med"/>
                    </a:lnB>
                    <a:solidFill>
                      <a:srgbClr val="18202A"/>
                    </a:solidFill>
                  </a:tcPr>
                </a:tc>
              </a:tr>
              <a:tr h="457200">
                <a:tc>
                  <a:txBody>
                    <a:bodyPr/>
                    <a:lstStyle/>
                    <a:p>
                      <a:pPr indent="0" marL="0">
                        <a:buNone/>
                      </a:pPr>
                      <a:r>
                        <a:rPr lang="en-US" sz="1400" b="1" dirty="0">
                          <a:solidFill>
                            <a:srgbClr val="F1F5F9"/>
                          </a:solidFill>
                          <a:latin typeface="Malgun Gothic" pitchFamily="34" charset="0"/>
                          <a:ea typeface="Malgun Gothic" pitchFamily="34" charset="-122"/>
                          <a:cs typeface="Malgun Gothic" pitchFamily="34" charset="-120"/>
                        </a:rPr>
                        <a:t>AI Hand (손가락 서보 5개)</a:t>
                      </a:r>
                      <a:endParaRPr lang="en-US" sz="1400" dirty="0">
                        <a:latin typeface="Malgun Gothic" charset="0"/>
                        <a:ea typeface="Malgun Gothic" charset="0"/>
                        <a:cs typeface="Malgun Gothic" charset="0"/>
                      </a:endParaRPr>
                    </a:p>
                  </a:txBody>
                  <a:tcPr marL="109728" marR="109728" marT="36576" marB="36576" anchor="ctr">
                    <a:lnL w="9525" cap="flat" cmpd="sng" algn="ctr">
                      <a:solidFill>
                        <a:srgbClr val="263241"/>
                      </a:solidFill>
                      <a:prstDash val="solid"/>
                      <a:round/>
                      <a:headEnd type="none" w="med" len="med"/>
                      <a:tailEnd type="none" w="med" len="med"/>
                    </a:lnL>
                    <a:lnR w="9525" cap="flat" cmpd="sng" algn="ctr">
                      <a:solidFill>
                        <a:srgbClr val="263241"/>
                      </a:solidFill>
                      <a:prstDash val="solid"/>
                      <a:round/>
                      <a:headEnd type="none" w="med" len="med"/>
                      <a:tailEnd type="none" w="med" len="med"/>
                    </a:lnR>
                    <a:lnT w="9525" cap="flat" cmpd="sng" algn="ctr">
                      <a:solidFill>
                        <a:srgbClr val="263241"/>
                      </a:solidFill>
                      <a:prstDash val="solid"/>
                      <a:round/>
                      <a:headEnd type="none" w="med" len="med"/>
                      <a:tailEnd type="none" w="med" len="med"/>
                    </a:lnT>
                    <a:lnB w="9525" cap="flat" cmpd="sng" algn="ctr">
                      <a:solidFill>
                        <a:srgbClr val="263241"/>
                      </a:solidFill>
                      <a:prstDash val="solid"/>
                      <a:round/>
                      <a:headEnd type="none" w="med" len="med"/>
                      <a:tailEnd type="none" w="med" len="med"/>
                    </a:lnB>
                    <a:solidFill>
                      <a:srgbClr val="121820"/>
                    </a:solidFill>
                  </a:tcPr>
                </a:tc>
                <a:tc>
                  <a:txBody>
                    <a:bodyPr/>
                    <a:lstStyle/>
                    <a:p>
                      <a:pPr indent="0" marL="0">
                        <a:buNone/>
                      </a:pPr>
                      <a:r>
                        <a:rPr lang="en-US" sz="1400" dirty="0">
                          <a:solidFill>
                            <a:srgbClr val="94A3B8"/>
                          </a:solidFill>
                          <a:latin typeface="Malgun Gothic" pitchFamily="34" charset="0"/>
                          <a:ea typeface="Malgun Gothic" pitchFamily="34" charset="-122"/>
                          <a:cs typeface="Malgun Gothic" pitchFamily="34" charset="-120"/>
                        </a:rPr>
                        <a:t>수신호 손모양 시범</a:t>
                      </a:r>
                      <a:endParaRPr lang="en-US" sz="1400" dirty="0">
                        <a:latin typeface="Malgun Gothic" charset="0"/>
                        <a:ea typeface="Malgun Gothic" charset="0"/>
                        <a:cs typeface="Malgun Gothic" charset="0"/>
                      </a:endParaRPr>
                    </a:p>
                  </a:txBody>
                  <a:tcPr marL="109728" marR="109728" marT="36576" marB="36576" anchor="ctr">
                    <a:lnL w="9525" cap="flat" cmpd="sng" algn="ctr">
                      <a:solidFill>
                        <a:srgbClr val="263241"/>
                      </a:solidFill>
                      <a:prstDash val="solid"/>
                      <a:round/>
                      <a:headEnd type="none" w="med" len="med"/>
                      <a:tailEnd type="none" w="med" len="med"/>
                    </a:lnL>
                    <a:lnR w="9525" cap="flat" cmpd="sng" algn="ctr">
                      <a:solidFill>
                        <a:srgbClr val="263241"/>
                      </a:solidFill>
                      <a:prstDash val="solid"/>
                      <a:round/>
                      <a:headEnd type="none" w="med" len="med"/>
                      <a:tailEnd type="none" w="med" len="med"/>
                    </a:lnR>
                    <a:lnT w="9525" cap="flat" cmpd="sng" algn="ctr">
                      <a:solidFill>
                        <a:srgbClr val="263241"/>
                      </a:solidFill>
                      <a:prstDash val="solid"/>
                      <a:round/>
                      <a:headEnd type="none" w="med" len="med"/>
                      <a:tailEnd type="none" w="med" len="med"/>
                    </a:lnT>
                    <a:lnB w="9525" cap="flat" cmpd="sng" algn="ctr">
                      <a:solidFill>
                        <a:srgbClr val="263241"/>
                      </a:solidFill>
                      <a:prstDash val="solid"/>
                      <a:round/>
                      <a:headEnd type="none" w="med" len="med"/>
                      <a:tailEnd type="none" w="med" len="med"/>
                    </a:lnB>
                    <a:solidFill>
                      <a:srgbClr val="121820"/>
                    </a:solidFill>
                  </a:tcPr>
                </a:tc>
                <a:tc>
                  <a:txBody>
                    <a:bodyPr/>
                    <a:lstStyle/>
                    <a:p>
                      <a:pPr indent="0" marL="0">
                        <a:buNone/>
                      </a:pPr>
                      <a:r>
                        <a:rPr lang="en-US" sz="1400" dirty="0">
                          <a:solidFill>
                            <a:srgbClr val="94A3B8"/>
                          </a:solidFill>
                          <a:latin typeface="Malgun Gothic" pitchFamily="34" charset="0"/>
                          <a:ea typeface="Malgun Gothic" pitchFamily="34" charset="-122"/>
                          <a:cs typeface="Malgun Gothic" pitchFamily="34" charset="-120"/>
                        </a:rPr>
                        <a:t>micro:bit 확장보드(StartbitV2)가 서보 구동</a:t>
                      </a:r>
                      <a:endParaRPr lang="en-US" sz="1400" dirty="0">
                        <a:latin typeface="Malgun Gothic" charset="0"/>
                        <a:ea typeface="Malgun Gothic" charset="0"/>
                        <a:cs typeface="Malgun Gothic" charset="0"/>
                      </a:endParaRPr>
                    </a:p>
                  </a:txBody>
                  <a:tcPr marL="109728" marR="109728" marT="36576" marB="36576" anchor="ctr">
                    <a:lnL w="9525" cap="flat" cmpd="sng" algn="ctr">
                      <a:solidFill>
                        <a:srgbClr val="263241"/>
                      </a:solidFill>
                      <a:prstDash val="solid"/>
                      <a:round/>
                      <a:headEnd type="none" w="med" len="med"/>
                      <a:tailEnd type="none" w="med" len="med"/>
                    </a:lnL>
                    <a:lnR w="9525" cap="flat" cmpd="sng" algn="ctr">
                      <a:solidFill>
                        <a:srgbClr val="263241"/>
                      </a:solidFill>
                      <a:prstDash val="solid"/>
                      <a:round/>
                      <a:headEnd type="none" w="med" len="med"/>
                      <a:tailEnd type="none" w="med" len="med"/>
                    </a:lnR>
                    <a:lnT w="9525" cap="flat" cmpd="sng" algn="ctr">
                      <a:solidFill>
                        <a:srgbClr val="263241"/>
                      </a:solidFill>
                      <a:prstDash val="solid"/>
                      <a:round/>
                      <a:headEnd type="none" w="med" len="med"/>
                      <a:tailEnd type="none" w="med" len="med"/>
                    </a:lnT>
                    <a:lnB w="9525" cap="flat" cmpd="sng" algn="ctr">
                      <a:solidFill>
                        <a:srgbClr val="263241"/>
                      </a:solidFill>
                      <a:prstDash val="solid"/>
                      <a:round/>
                      <a:headEnd type="none" w="med" len="med"/>
                      <a:tailEnd type="none" w="med" len="med"/>
                    </a:lnB>
                    <a:solidFill>
                      <a:srgbClr val="121820"/>
                    </a:solidFill>
                  </a:tcPr>
                </a:tc>
              </a:tr>
              <a:tr h="457200">
                <a:tc>
                  <a:txBody>
                    <a:bodyPr/>
                    <a:lstStyle/>
                    <a:p>
                      <a:pPr indent="0" marL="0">
                        <a:buNone/>
                      </a:pPr>
                      <a:r>
                        <a:rPr lang="en-US" sz="1400" b="1" dirty="0">
                          <a:solidFill>
                            <a:srgbClr val="F1F5F9"/>
                          </a:solidFill>
                          <a:latin typeface="Malgun Gothic" pitchFamily="34" charset="0"/>
                          <a:ea typeface="Malgun Gothic" pitchFamily="34" charset="-122"/>
                          <a:cs typeface="Malgun Gothic" pitchFamily="34" charset="-120"/>
                        </a:rPr>
                        <a:t>micro:bit v2</a:t>
                      </a:r>
                      <a:endParaRPr lang="en-US" sz="1400" dirty="0">
                        <a:latin typeface="Malgun Gothic" charset="0"/>
                        <a:ea typeface="Malgun Gothic" charset="0"/>
                        <a:cs typeface="Malgun Gothic" charset="0"/>
                      </a:endParaRPr>
                    </a:p>
                  </a:txBody>
                  <a:tcPr marL="109728" marR="109728" marT="36576" marB="36576" anchor="ctr">
                    <a:lnL w="9525" cap="flat" cmpd="sng" algn="ctr">
                      <a:solidFill>
                        <a:srgbClr val="263241"/>
                      </a:solidFill>
                      <a:prstDash val="solid"/>
                      <a:round/>
                      <a:headEnd type="none" w="med" len="med"/>
                      <a:tailEnd type="none" w="med" len="med"/>
                    </a:lnL>
                    <a:lnR w="9525" cap="flat" cmpd="sng" algn="ctr">
                      <a:solidFill>
                        <a:srgbClr val="263241"/>
                      </a:solidFill>
                      <a:prstDash val="solid"/>
                      <a:round/>
                      <a:headEnd type="none" w="med" len="med"/>
                      <a:tailEnd type="none" w="med" len="med"/>
                    </a:lnR>
                    <a:lnT w="9525" cap="flat" cmpd="sng" algn="ctr">
                      <a:solidFill>
                        <a:srgbClr val="263241"/>
                      </a:solidFill>
                      <a:prstDash val="solid"/>
                      <a:round/>
                      <a:headEnd type="none" w="med" len="med"/>
                      <a:tailEnd type="none" w="med" len="med"/>
                    </a:lnT>
                    <a:lnB w="9525" cap="flat" cmpd="sng" algn="ctr">
                      <a:solidFill>
                        <a:srgbClr val="263241"/>
                      </a:solidFill>
                      <a:prstDash val="solid"/>
                      <a:round/>
                      <a:headEnd type="none" w="med" len="med"/>
                      <a:tailEnd type="none" w="med" len="med"/>
                    </a:lnB>
                    <a:solidFill>
                      <a:srgbClr val="18202A"/>
                    </a:solidFill>
                  </a:tcPr>
                </a:tc>
                <a:tc>
                  <a:txBody>
                    <a:bodyPr/>
                    <a:lstStyle/>
                    <a:p>
                      <a:pPr indent="0" marL="0">
                        <a:buNone/>
                      </a:pPr>
                      <a:r>
                        <a:rPr lang="en-US" sz="1400" dirty="0">
                          <a:solidFill>
                            <a:srgbClr val="94A3B8"/>
                          </a:solidFill>
                          <a:latin typeface="Malgun Gothic" pitchFamily="34" charset="0"/>
                          <a:ea typeface="Malgun Gothic" pitchFamily="34" charset="-122"/>
                          <a:cs typeface="Malgun Gothic" pitchFamily="34" charset="-120"/>
                        </a:rPr>
                        <a:t>AI Hand 제어 · O/X 표시 · A 버튼(확인)</a:t>
                      </a:r>
                      <a:endParaRPr lang="en-US" sz="1400" dirty="0">
                        <a:latin typeface="Malgun Gothic" charset="0"/>
                        <a:ea typeface="Malgun Gothic" charset="0"/>
                        <a:cs typeface="Malgun Gothic" charset="0"/>
                      </a:endParaRPr>
                    </a:p>
                  </a:txBody>
                  <a:tcPr marL="109728" marR="109728" marT="36576" marB="36576" anchor="ctr">
                    <a:lnL w="9525" cap="flat" cmpd="sng" algn="ctr">
                      <a:solidFill>
                        <a:srgbClr val="263241"/>
                      </a:solidFill>
                      <a:prstDash val="solid"/>
                      <a:round/>
                      <a:headEnd type="none" w="med" len="med"/>
                      <a:tailEnd type="none" w="med" len="med"/>
                    </a:lnL>
                    <a:lnR w="9525" cap="flat" cmpd="sng" algn="ctr">
                      <a:solidFill>
                        <a:srgbClr val="263241"/>
                      </a:solidFill>
                      <a:prstDash val="solid"/>
                      <a:round/>
                      <a:headEnd type="none" w="med" len="med"/>
                      <a:tailEnd type="none" w="med" len="med"/>
                    </a:lnR>
                    <a:lnT w="9525" cap="flat" cmpd="sng" algn="ctr">
                      <a:solidFill>
                        <a:srgbClr val="263241"/>
                      </a:solidFill>
                      <a:prstDash val="solid"/>
                      <a:round/>
                      <a:headEnd type="none" w="med" len="med"/>
                      <a:tailEnd type="none" w="med" len="med"/>
                    </a:lnT>
                    <a:lnB w="9525" cap="flat" cmpd="sng" algn="ctr">
                      <a:solidFill>
                        <a:srgbClr val="263241"/>
                      </a:solidFill>
                      <a:prstDash val="solid"/>
                      <a:round/>
                      <a:headEnd type="none" w="med" len="med"/>
                      <a:tailEnd type="none" w="med" len="med"/>
                    </a:lnB>
                    <a:solidFill>
                      <a:srgbClr val="18202A"/>
                    </a:solidFill>
                  </a:tcPr>
                </a:tc>
                <a:tc>
                  <a:txBody>
                    <a:bodyPr/>
                    <a:lstStyle/>
                    <a:p>
                      <a:pPr indent="0" marL="0">
                        <a:buNone/>
                      </a:pPr>
                      <a:r>
                        <a:rPr lang="en-US" sz="1400" dirty="0">
                          <a:solidFill>
                            <a:srgbClr val="94A3B8"/>
                          </a:solidFill>
                          <a:latin typeface="Malgun Gothic" pitchFamily="34" charset="0"/>
                          <a:ea typeface="Malgun Gothic" pitchFamily="34" charset="-122"/>
                          <a:cs typeface="Malgun Gothic" pitchFamily="34" charset="-120"/>
                        </a:rPr>
                        <a:t>RPi5와 BLE(무선) — USB 시리얼은 서보와 충돌해 무선으로 변경</a:t>
                      </a:r>
                      <a:endParaRPr lang="en-US" sz="1400" dirty="0">
                        <a:latin typeface="Malgun Gothic" charset="0"/>
                        <a:ea typeface="Malgun Gothic" charset="0"/>
                        <a:cs typeface="Malgun Gothic" charset="0"/>
                      </a:endParaRPr>
                    </a:p>
                  </a:txBody>
                  <a:tcPr marL="109728" marR="109728" marT="36576" marB="36576" anchor="ctr">
                    <a:lnL w="9525" cap="flat" cmpd="sng" algn="ctr">
                      <a:solidFill>
                        <a:srgbClr val="263241"/>
                      </a:solidFill>
                      <a:prstDash val="solid"/>
                      <a:round/>
                      <a:headEnd type="none" w="med" len="med"/>
                      <a:tailEnd type="none" w="med" len="med"/>
                    </a:lnL>
                    <a:lnR w="9525" cap="flat" cmpd="sng" algn="ctr">
                      <a:solidFill>
                        <a:srgbClr val="263241"/>
                      </a:solidFill>
                      <a:prstDash val="solid"/>
                      <a:round/>
                      <a:headEnd type="none" w="med" len="med"/>
                      <a:tailEnd type="none" w="med" len="med"/>
                    </a:lnR>
                    <a:lnT w="9525" cap="flat" cmpd="sng" algn="ctr">
                      <a:solidFill>
                        <a:srgbClr val="263241"/>
                      </a:solidFill>
                      <a:prstDash val="solid"/>
                      <a:round/>
                      <a:headEnd type="none" w="med" len="med"/>
                      <a:tailEnd type="none" w="med" len="med"/>
                    </a:lnT>
                    <a:lnB w="9525" cap="flat" cmpd="sng" algn="ctr">
                      <a:solidFill>
                        <a:srgbClr val="263241"/>
                      </a:solidFill>
                      <a:prstDash val="solid"/>
                      <a:round/>
                      <a:headEnd type="none" w="med" len="med"/>
                      <a:tailEnd type="none" w="med" len="med"/>
                    </a:lnB>
                    <a:solidFill>
                      <a:srgbClr val="18202A"/>
                    </a:solidFill>
                  </a:tcPr>
                </a:tc>
              </a:tr>
              <a:tr h="457200">
                <a:tc>
                  <a:txBody>
                    <a:bodyPr/>
                    <a:lstStyle/>
                    <a:p>
                      <a:pPr indent="0" marL="0">
                        <a:buNone/>
                      </a:pPr>
                      <a:r>
                        <a:rPr lang="en-US" sz="1400" b="1" dirty="0">
                          <a:solidFill>
                            <a:srgbClr val="F1F5F9"/>
                          </a:solidFill>
                          <a:latin typeface="Malgun Gothic" pitchFamily="34" charset="0"/>
                          <a:ea typeface="Malgun Gothic" pitchFamily="34" charset="-122"/>
                          <a:cs typeface="Malgun Gothic" pitchFamily="34" charset="-120"/>
                        </a:rPr>
                        <a:t>Raspberry Pi 4B (8GB)</a:t>
                      </a:r>
                      <a:endParaRPr lang="en-US" sz="1400" dirty="0">
                        <a:latin typeface="Malgun Gothic" charset="0"/>
                        <a:ea typeface="Malgun Gothic" charset="0"/>
                        <a:cs typeface="Malgun Gothic" charset="0"/>
                      </a:endParaRPr>
                    </a:p>
                  </a:txBody>
                  <a:tcPr marL="109728" marR="109728" marT="36576" marB="36576" anchor="ctr">
                    <a:lnL w="9525" cap="flat" cmpd="sng" algn="ctr">
                      <a:solidFill>
                        <a:srgbClr val="263241"/>
                      </a:solidFill>
                      <a:prstDash val="solid"/>
                      <a:round/>
                      <a:headEnd type="none" w="med" len="med"/>
                      <a:tailEnd type="none" w="med" len="med"/>
                    </a:lnL>
                    <a:lnR w="9525" cap="flat" cmpd="sng" algn="ctr">
                      <a:solidFill>
                        <a:srgbClr val="263241"/>
                      </a:solidFill>
                      <a:prstDash val="solid"/>
                      <a:round/>
                      <a:headEnd type="none" w="med" len="med"/>
                      <a:tailEnd type="none" w="med" len="med"/>
                    </a:lnR>
                    <a:lnT w="9525" cap="flat" cmpd="sng" algn="ctr">
                      <a:solidFill>
                        <a:srgbClr val="263241"/>
                      </a:solidFill>
                      <a:prstDash val="solid"/>
                      <a:round/>
                      <a:headEnd type="none" w="med" len="med"/>
                      <a:tailEnd type="none" w="med" len="med"/>
                    </a:lnT>
                    <a:lnB w="9525" cap="flat" cmpd="sng" algn="ctr">
                      <a:solidFill>
                        <a:srgbClr val="263241"/>
                      </a:solidFill>
                      <a:prstDash val="solid"/>
                      <a:round/>
                      <a:headEnd type="none" w="med" len="med"/>
                      <a:tailEnd type="none" w="med" len="med"/>
                    </a:lnB>
                    <a:solidFill>
                      <a:srgbClr val="2A1A0E"/>
                    </a:solidFill>
                  </a:tcPr>
                </a:tc>
                <a:tc>
                  <a:txBody>
                    <a:bodyPr/>
                    <a:lstStyle/>
                    <a:p>
                      <a:pPr indent="0" marL="0">
                        <a:buNone/>
                      </a:pPr>
                      <a:r>
                        <a:rPr lang="en-US" sz="1400" dirty="0">
                          <a:solidFill>
                            <a:srgbClr val="94A3B8"/>
                          </a:solidFill>
                          <a:latin typeface="Malgun Gothic" pitchFamily="34" charset="0"/>
                          <a:ea typeface="Malgun Gothic" pitchFamily="34" charset="-122"/>
                          <a:cs typeface="Malgun Gothic" pitchFamily="34" charset="-120"/>
                        </a:rPr>
                        <a:t>picar 제어 — 주행 명령 수신</a:t>
                      </a:r>
                      <a:endParaRPr lang="en-US" sz="1400" dirty="0">
                        <a:latin typeface="Malgun Gothic" charset="0"/>
                        <a:ea typeface="Malgun Gothic" charset="0"/>
                        <a:cs typeface="Malgun Gothic" charset="0"/>
                      </a:endParaRPr>
                    </a:p>
                  </a:txBody>
                  <a:tcPr marL="109728" marR="109728" marT="36576" marB="36576" anchor="ctr">
                    <a:lnL w="9525" cap="flat" cmpd="sng" algn="ctr">
                      <a:solidFill>
                        <a:srgbClr val="263241"/>
                      </a:solidFill>
                      <a:prstDash val="solid"/>
                      <a:round/>
                      <a:headEnd type="none" w="med" len="med"/>
                      <a:tailEnd type="none" w="med" len="med"/>
                    </a:lnL>
                    <a:lnR w="9525" cap="flat" cmpd="sng" algn="ctr">
                      <a:solidFill>
                        <a:srgbClr val="263241"/>
                      </a:solidFill>
                      <a:prstDash val="solid"/>
                      <a:round/>
                      <a:headEnd type="none" w="med" len="med"/>
                      <a:tailEnd type="none" w="med" len="med"/>
                    </a:lnR>
                    <a:lnT w="9525" cap="flat" cmpd="sng" algn="ctr">
                      <a:solidFill>
                        <a:srgbClr val="263241"/>
                      </a:solidFill>
                      <a:prstDash val="solid"/>
                      <a:round/>
                      <a:headEnd type="none" w="med" len="med"/>
                      <a:tailEnd type="none" w="med" len="med"/>
                    </a:lnT>
                    <a:lnB w="9525" cap="flat" cmpd="sng" algn="ctr">
                      <a:solidFill>
                        <a:srgbClr val="263241"/>
                      </a:solidFill>
                      <a:prstDash val="solid"/>
                      <a:round/>
                      <a:headEnd type="none" w="med" len="med"/>
                      <a:tailEnd type="none" w="med" len="med"/>
                    </a:lnB>
                    <a:solidFill>
                      <a:srgbClr val="2A1A0E"/>
                    </a:solidFill>
                  </a:tcPr>
                </a:tc>
                <a:tc>
                  <a:txBody>
                    <a:bodyPr/>
                    <a:lstStyle/>
                    <a:p>
                      <a:pPr indent="0" marL="0">
                        <a:buNone/>
                      </a:pPr>
                      <a:r>
                        <a:rPr lang="en-US" sz="1400" dirty="0">
                          <a:solidFill>
                            <a:srgbClr val="94A3B8"/>
                          </a:solidFill>
                          <a:latin typeface="Malgun Gothic" pitchFamily="34" charset="0"/>
                          <a:ea typeface="Malgun Gothic" pitchFamily="34" charset="-122"/>
                          <a:cs typeface="Malgun Gothic" pitchFamily="34" charset="-120"/>
                        </a:rPr>
                        <a:t>RPi5와 Wi-Fi (RPi5가 공유기 역할)</a:t>
                      </a:r>
                      <a:endParaRPr lang="en-US" sz="1400" dirty="0">
                        <a:latin typeface="Malgun Gothic" charset="0"/>
                        <a:ea typeface="Malgun Gothic" charset="0"/>
                        <a:cs typeface="Malgun Gothic" charset="0"/>
                      </a:endParaRPr>
                    </a:p>
                  </a:txBody>
                  <a:tcPr marL="109728" marR="109728" marT="36576" marB="36576" anchor="ctr">
                    <a:lnL w="9525" cap="flat" cmpd="sng" algn="ctr">
                      <a:solidFill>
                        <a:srgbClr val="263241"/>
                      </a:solidFill>
                      <a:prstDash val="solid"/>
                      <a:round/>
                      <a:headEnd type="none" w="med" len="med"/>
                      <a:tailEnd type="none" w="med" len="med"/>
                    </a:lnL>
                    <a:lnR w="9525" cap="flat" cmpd="sng" algn="ctr">
                      <a:solidFill>
                        <a:srgbClr val="263241"/>
                      </a:solidFill>
                      <a:prstDash val="solid"/>
                      <a:round/>
                      <a:headEnd type="none" w="med" len="med"/>
                      <a:tailEnd type="none" w="med" len="med"/>
                    </a:lnR>
                    <a:lnT w="9525" cap="flat" cmpd="sng" algn="ctr">
                      <a:solidFill>
                        <a:srgbClr val="263241"/>
                      </a:solidFill>
                      <a:prstDash val="solid"/>
                      <a:round/>
                      <a:headEnd type="none" w="med" len="med"/>
                      <a:tailEnd type="none" w="med" len="med"/>
                    </a:lnT>
                    <a:lnB w="9525" cap="flat" cmpd="sng" algn="ctr">
                      <a:solidFill>
                        <a:srgbClr val="263241"/>
                      </a:solidFill>
                      <a:prstDash val="solid"/>
                      <a:round/>
                      <a:headEnd type="none" w="med" len="med"/>
                      <a:tailEnd type="none" w="med" len="med"/>
                    </a:lnB>
                    <a:solidFill>
                      <a:srgbClr val="2A1A0E"/>
                    </a:solidFill>
                  </a:tcPr>
                </a:tc>
              </a:tr>
              <a:tr h="457200">
                <a:tc>
                  <a:txBody>
                    <a:bodyPr/>
                    <a:lstStyle/>
                    <a:p>
                      <a:pPr indent="0" marL="0">
                        <a:buNone/>
                      </a:pPr>
                      <a:r>
                        <a:rPr lang="en-US" sz="1400" b="1" dirty="0">
                          <a:solidFill>
                            <a:srgbClr val="F1F5F9"/>
                          </a:solidFill>
                          <a:latin typeface="Malgun Gothic" pitchFamily="34" charset="0"/>
                          <a:ea typeface="Malgun Gothic" pitchFamily="34" charset="-122"/>
                          <a:cs typeface="Malgun Gothic" pitchFamily="34" charset="-120"/>
                        </a:rPr>
                        <a:t>picar 차체 (모터 4개)</a:t>
                      </a:r>
                      <a:endParaRPr lang="en-US" sz="1400" dirty="0">
                        <a:latin typeface="Malgun Gothic" charset="0"/>
                        <a:ea typeface="Malgun Gothic" charset="0"/>
                        <a:cs typeface="Malgun Gothic" charset="0"/>
                      </a:endParaRPr>
                    </a:p>
                  </a:txBody>
                  <a:tcPr marL="109728" marR="109728" marT="36576" marB="36576" anchor="ctr">
                    <a:lnL w="9525" cap="flat" cmpd="sng" algn="ctr">
                      <a:solidFill>
                        <a:srgbClr val="263241"/>
                      </a:solidFill>
                      <a:prstDash val="solid"/>
                      <a:round/>
                      <a:headEnd type="none" w="med" len="med"/>
                      <a:tailEnd type="none" w="med" len="med"/>
                    </a:lnL>
                    <a:lnR w="9525" cap="flat" cmpd="sng" algn="ctr">
                      <a:solidFill>
                        <a:srgbClr val="263241"/>
                      </a:solidFill>
                      <a:prstDash val="solid"/>
                      <a:round/>
                      <a:headEnd type="none" w="med" len="med"/>
                      <a:tailEnd type="none" w="med" len="med"/>
                    </a:lnR>
                    <a:lnT w="9525" cap="flat" cmpd="sng" algn="ctr">
                      <a:solidFill>
                        <a:srgbClr val="263241"/>
                      </a:solidFill>
                      <a:prstDash val="solid"/>
                      <a:round/>
                      <a:headEnd type="none" w="med" len="med"/>
                      <a:tailEnd type="none" w="med" len="med"/>
                    </a:lnT>
                    <a:lnB w="9525" cap="flat" cmpd="sng" algn="ctr">
                      <a:solidFill>
                        <a:srgbClr val="263241"/>
                      </a:solidFill>
                      <a:prstDash val="solid"/>
                      <a:round/>
                      <a:headEnd type="none" w="med" len="med"/>
                      <a:tailEnd type="none" w="med" len="med"/>
                    </a:lnB>
                    <a:solidFill>
                      <a:srgbClr val="2A1A0E"/>
                    </a:solidFill>
                  </a:tcPr>
                </a:tc>
                <a:tc>
                  <a:txBody>
                    <a:bodyPr/>
                    <a:lstStyle/>
                    <a:p>
                      <a:pPr indent="0" marL="0">
                        <a:buNone/>
                      </a:pPr>
                      <a:r>
                        <a:rPr lang="en-US" sz="1400" dirty="0">
                          <a:solidFill>
                            <a:srgbClr val="94A3B8"/>
                          </a:solidFill>
                          <a:latin typeface="Malgun Gothic" pitchFamily="34" charset="0"/>
                          <a:ea typeface="Malgun Gothic" pitchFamily="34" charset="-122"/>
                          <a:cs typeface="Malgun Gothic" pitchFamily="34" charset="-120"/>
                        </a:rPr>
                        <a:t>정답 신호대로 정지·서행·좌우회전·후진</a:t>
                      </a:r>
                      <a:endParaRPr lang="en-US" sz="1400" dirty="0">
                        <a:latin typeface="Malgun Gothic" charset="0"/>
                        <a:ea typeface="Malgun Gothic" charset="0"/>
                        <a:cs typeface="Malgun Gothic" charset="0"/>
                      </a:endParaRPr>
                    </a:p>
                  </a:txBody>
                  <a:tcPr marL="109728" marR="109728" marT="36576" marB="36576" anchor="ctr">
                    <a:lnL w="9525" cap="flat" cmpd="sng" algn="ctr">
                      <a:solidFill>
                        <a:srgbClr val="263241"/>
                      </a:solidFill>
                      <a:prstDash val="solid"/>
                      <a:round/>
                      <a:headEnd type="none" w="med" len="med"/>
                      <a:tailEnd type="none" w="med" len="med"/>
                    </a:lnL>
                    <a:lnR w="9525" cap="flat" cmpd="sng" algn="ctr">
                      <a:solidFill>
                        <a:srgbClr val="263241"/>
                      </a:solidFill>
                      <a:prstDash val="solid"/>
                      <a:round/>
                      <a:headEnd type="none" w="med" len="med"/>
                      <a:tailEnd type="none" w="med" len="med"/>
                    </a:lnR>
                    <a:lnT w="9525" cap="flat" cmpd="sng" algn="ctr">
                      <a:solidFill>
                        <a:srgbClr val="263241"/>
                      </a:solidFill>
                      <a:prstDash val="solid"/>
                      <a:round/>
                      <a:headEnd type="none" w="med" len="med"/>
                      <a:tailEnd type="none" w="med" len="med"/>
                    </a:lnT>
                    <a:lnB w="9525" cap="flat" cmpd="sng" algn="ctr">
                      <a:solidFill>
                        <a:srgbClr val="263241"/>
                      </a:solidFill>
                      <a:prstDash val="solid"/>
                      <a:round/>
                      <a:headEnd type="none" w="med" len="med"/>
                      <a:tailEnd type="none" w="med" len="med"/>
                    </a:lnB>
                    <a:solidFill>
                      <a:srgbClr val="2A1A0E"/>
                    </a:solidFill>
                  </a:tcPr>
                </a:tc>
                <a:tc>
                  <a:txBody>
                    <a:bodyPr/>
                    <a:lstStyle/>
                    <a:p>
                      <a:pPr indent="0" marL="0">
                        <a:buNone/>
                      </a:pPr>
                      <a:r>
                        <a:rPr lang="en-US" sz="1400" dirty="0">
                          <a:solidFill>
                            <a:srgbClr val="94A3B8"/>
                          </a:solidFill>
                          <a:latin typeface="Malgun Gothic" pitchFamily="34" charset="0"/>
                          <a:ea typeface="Malgun Gothic" pitchFamily="34" charset="-122"/>
                          <a:cs typeface="Malgun Gothic" pitchFamily="34" charset="-120"/>
                        </a:rPr>
                        <a:t>RPi4B → 모터 제어 보드(I2C)</a:t>
                      </a:r>
                      <a:endParaRPr lang="en-US" sz="1400" dirty="0">
                        <a:latin typeface="Malgun Gothic" charset="0"/>
                        <a:ea typeface="Malgun Gothic" charset="0"/>
                        <a:cs typeface="Malgun Gothic" charset="0"/>
                      </a:endParaRPr>
                    </a:p>
                  </a:txBody>
                  <a:tcPr marL="109728" marR="109728" marT="36576" marB="36576" anchor="ctr">
                    <a:lnL w="9525" cap="flat" cmpd="sng" algn="ctr">
                      <a:solidFill>
                        <a:srgbClr val="263241"/>
                      </a:solidFill>
                      <a:prstDash val="solid"/>
                      <a:round/>
                      <a:headEnd type="none" w="med" len="med"/>
                      <a:tailEnd type="none" w="med" len="med"/>
                    </a:lnL>
                    <a:lnR w="9525" cap="flat" cmpd="sng" algn="ctr">
                      <a:solidFill>
                        <a:srgbClr val="263241"/>
                      </a:solidFill>
                      <a:prstDash val="solid"/>
                      <a:round/>
                      <a:headEnd type="none" w="med" len="med"/>
                      <a:tailEnd type="none" w="med" len="med"/>
                    </a:lnR>
                    <a:lnT w="9525" cap="flat" cmpd="sng" algn="ctr">
                      <a:solidFill>
                        <a:srgbClr val="263241"/>
                      </a:solidFill>
                      <a:prstDash val="solid"/>
                      <a:round/>
                      <a:headEnd type="none" w="med" len="med"/>
                      <a:tailEnd type="none" w="med" len="med"/>
                    </a:lnT>
                    <a:lnB w="9525" cap="flat" cmpd="sng" algn="ctr">
                      <a:solidFill>
                        <a:srgbClr val="263241"/>
                      </a:solidFill>
                      <a:prstDash val="solid"/>
                      <a:round/>
                      <a:headEnd type="none" w="med" len="med"/>
                      <a:tailEnd type="none" w="med" len="med"/>
                    </a:lnB>
                    <a:solidFill>
                      <a:srgbClr val="2A1A0E"/>
                    </a:solidFill>
                  </a:tcPr>
                </a:tc>
              </a:tr>
              <a:tr h="457200">
                <a:tc>
                  <a:txBody>
                    <a:bodyPr/>
                    <a:lstStyle/>
                    <a:p>
                      <a:pPr indent="0" marL="0">
                        <a:buNone/>
                      </a:pPr>
                      <a:r>
                        <a:rPr lang="en-US" sz="1400" b="1" dirty="0">
                          <a:solidFill>
                            <a:srgbClr val="F1F5F9"/>
                          </a:solidFill>
                          <a:latin typeface="Malgun Gothic" pitchFamily="34" charset="0"/>
                          <a:ea typeface="Malgun Gothic" pitchFamily="34" charset="-122"/>
                          <a:cs typeface="Malgun Gothic" pitchFamily="34" charset="-120"/>
                        </a:rPr>
                        <a:t>LED 4개 (적색 2 · 황색 2)</a:t>
                      </a:r>
                      <a:endParaRPr lang="en-US" sz="1400" dirty="0">
                        <a:latin typeface="Malgun Gothic" charset="0"/>
                        <a:ea typeface="Malgun Gothic" charset="0"/>
                        <a:cs typeface="Malgun Gothic" charset="0"/>
                      </a:endParaRPr>
                    </a:p>
                  </a:txBody>
                  <a:tcPr marL="109728" marR="109728" marT="36576" marB="36576" anchor="ctr">
                    <a:lnL w="9525" cap="flat" cmpd="sng" algn="ctr">
                      <a:solidFill>
                        <a:srgbClr val="263241"/>
                      </a:solidFill>
                      <a:prstDash val="solid"/>
                      <a:round/>
                      <a:headEnd type="none" w="med" len="med"/>
                      <a:tailEnd type="none" w="med" len="med"/>
                    </a:lnL>
                    <a:lnR w="9525" cap="flat" cmpd="sng" algn="ctr">
                      <a:solidFill>
                        <a:srgbClr val="263241"/>
                      </a:solidFill>
                      <a:prstDash val="solid"/>
                      <a:round/>
                      <a:headEnd type="none" w="med" len="med"/>
                      <a:tailEnd type="none" w="med" len="med"/>
                    </a:lnR>
                    <a:lnT w="9525" cap="flat" cmpd="sng" algn="ctr">
                      <a:solidFill>
                        <a:srgbClr val="263241"/>
                      </a:solidFill>
                      <a:prstDash val="solid"/>
                      <a:round/>
                      <a:headEnd type="none" w="med" len="med"/>
                      <a:tailEnd type="none" w="med" len="med"/>
                    </a:lnT>
                    <a:lnB w="9525" cap="flat" cmpd="sng" algn="ctr">
                      <a:solidFill>
                        <a:srgbClr val="263241"/>
                      </a:solidFill>
                      <a:prstDash val="solid"/>
                      <a:round/>
                      <a:headEnd type="none" w="med" len="med"/>
                      <a:tailEnd type="none" w="med" len="med"/>
                    </a:lnB>
                    <a:solidFill>
                      <a:srgbClr val="121820"/>
                    </a:solidFill>
                  </a:tcPr>
                </a:tc>
                <a:tc>
                  <a:txBody>
                    <a:bodyPr/>
                    <a:lstStyle/>
                    <a:p>
                      <a:pPr indent="0" marL="0">
                        <a:buNone/>
                      </a:pPr>
                      <a:r>
                        <a:rPr lang="en-US" sz="1400" dirty="0">
                          <a:solidFill>
                            <a:srgbClr val="94A3B8"/>
                          </a:solidFill>
                          <a:latin typeface="Malgun Gothic" pitchFamily="34" charset="0"/>
                          <a:ea typeface="Malgun Gothic" pitchFamily="34" charset="-122"/>
                          <a:cs typeface="Malgun Gothic" pitchFamily="34" charset="-120"/>
                        </a:rPr>
                        <a:t>신호별 점등·점멸</a:t>
                      </a:r>
                      <a:endParaRPr lang="en-US" sz="1400" dirty="0">
                        <a:latin typeface="Malgun Gothic" charset="0"/>
                        <a:ea typeface="Malgun Gothic" charset="0"/>
                        <a:cs typeface="Malgun Gothic" charset="0"/>
                      </a:endParaRPr>
                    </a:p>
                  </a:txBody>
                  <a:tcPr marL="109728" marR="109728" marT="36576" marB="36576" anchor="ctr">
                    <a:lnL w="9525" cap="flat" cmpd="sng" algn="ctr">
                      <a:solidFill>
                        <a:srgbClr val="263241"/>
                      </a:solidFill>
                      <a:prstDash val="solid"/>
                      <a:round/>
                      <a:headEnd type="none" w="med" len="med"/>
                      <a:tailEnd type="none" w="med" len="med"/>
                    </a:lnL>
                    <a:lnR w="9525" cap="flat" cmpd="sng" algn="ctr">
                      <a:solidFill>
                        <a:srgbClr val="263241"/>
                      </a:solidFill>
                      <a:prstDash val="solid"/>
                      <a:round/>
                      <a:headEnd type="none" w="med" len="med"/>
                      <a:tailEnd type="none" w="med" len="med"/>
                    </a:lnR>
                    <a:lnT w="9525" cap="flat" cmpd="sng" algn="ctr">
                      <a:solidFill>
                        <a:srgbClr val="263241"/>
                      </a:solidFill>
                      <a:prstDash val="solid"/>
                      <a:round/>
                      <a:headEnd type="none" w="med" len="med"/>
                      <a:tailEnd type="none" w="med" len="med"/>
                    </a:lnT>
                    <a:lnB w="9525" cap="flat" cmpd="sng" algn="ctr">
                      <a:solidFill>
                        <a:srgbClr val="263241"/>
                      </a:solidFill>
                      <a:prstDash val="solid"/>
                      <a:round/>
                      <a:headEnd type="none" w="med" len="med"/>
                      <a:tailEnd type="none" w="med" len="med"/>
                    </a:lnB>
                    <a:solidFill>
                      <a:srgbClr val="121820"/>
                    </a:solidFill>
                  </a:tcPr>
                </a:tc>
                <a:tc>
                  <a:txBody>
                    <a:bodyPr/>
                    <a:lstStyle/>
                    <a:p>
                      <a:pPr indent="0" marL="0">
                        <a:buNone/>
                      </a:pPr>
                      <a:r>
                        <a:rPr lang="en-US" sz="1400" dirty="0">
                          <a:solidFill>
                            <a:srgbClr val="94A3B8"/>
                          </a:solidFill>
                          <a:latin typeface="Malgun Gothic" pitchFamily="34" charset="0"/>
                          <a:ea typeface="Malgun Gothic" pitchFamily="34" charset="-122"/>
                          <a:cs typeface="Malgun Gothic" pitchFamily="34" charset="-120"/>
                        </a:rPr>
                        <a:t>RPi4B GPIO 4핀 + 저항 220Ω</a:t>
                      </a:r>
                      <a:endParaRPr lang="en-US" sz="1400" dirty="0">
                        <a:latin typeface="Malgun Gothic" charset="0"/>
                        <a:ea typeface="Malgun Gothic" charset="0"/>
                        <a:cs typeface="Malgun Gothic" charset="0"/>
                      </a:endParaRPr>
                    </a:p>
                  </a:txBody>
                  <a:tcPr marL="109728" marR="109728" marT="36576" marB="36576" anchor="ctr">
                    <a:lnL w="9525" cap="flat" cmpd="sng" algn="ctr">
                      <a:solidFill>
                        <a:srgbClr val="263241"/>
                      </a:solidFill>
                      <a:prstDash val="solid"/>
                      <a:round/>
                      <a:headEnd type="none" w="med" len="med"/>
                      <a:tailEnd type="none" w="med" len="med"/>
                    </a:lnL>
                    <a:lnR w="9525" cap="flat" cmpd="sng" algn="ctr">
                      <a:solidFill>
                        <a:srgbClr val="263241"/>
                      </a:solidFill>
                      <a:prstDash val="solid"/>
                      <a:round/>
                      <a:headEnd type="none" w="med" len="med"/>
                      <a:tailEnd type="none" w="med" len="med"/>
                    </a:lnR>
                    <a:lnT w="9525" cap="flat" cmpd="sng" algn="ctr">
                      <a:solidFill>
                        <a:srgbClr val="263241"/>
                      </a:solidFill>
                      <a:prstDash val="solid"/>
                      <a:round/>
                      <a:headEnd type="none" w="med" len="med"/>
                      <a:tailEnd type="none" w="med" len="med"/>
                    </a:lnT>
                    <a:lnB w="9525" cap="flat" cmpd="sng" algn="ctr">
                      <a:solidFill>
                        <a:srgbClr val="263241"/>
                      </a:solidFill>
                      <a:prstDash val="solid"/>
                      <a:round/>
                      <a:headEnd type="none" w="med" len="med"/>
                      <a:tailEnd type="none" w="med" len="med"/>
                    </a:lnB>
                    <a:solidFill>
                      <a:srgbClr val="121820"/>
                    </a:solidFill>
                  </a:tcPr>
                </a:tc>
              </a:tr>
              <a:tr h="457200">
                <a:tc>
                  <a:txBody>
                    <a:bodyPr/>
                    <a:lstStyle/>
                    <a:p>
                      <a:pPr indent="0" marL="0">
                        <a:buNone/>
                      </a:pPr>
                      <a:r>
                        <a:rPr lang="en-US" sz="1400" b="1" dirty="0">
                          <a:solidFill>
                            <a:srgbClr val="F1F5F9"/>
                          </a:solidFill>
                          <a:latin typeface="Malgun Gothic" pitchFamily="34" charset="0"/>
                          <a:ea typeface="Malgun Gothic" pitchFamily="34" charset="-122"/>
                          <a:cs typeface="Malgun Gothic" pitchFamily="34" charset="-120"/>
                        </a:rPr>
                        <a:t>배터리 3S 11.1V</a:t>
                      </a:r>
                      <a:endParaRPr lang="en-US" sz="1400" dirty="0">
                        <a:latin typeface="Malgun Gothic" charset="0"/>
                        <a:ea typeface="Malgun Gothic" charset="0"/>
                        <a:cs typeface="Malgun Gothic" charset="0"/>
                      </a:endParaRPr>
                    </a:p>
                  </a:txBody>
                  <a:tcPr marL="109728" marR="109728" marT="36576" marB="36576" anchor="ctr">
                    <a:lnL w="9525" cap="flat" cmpd="sng" algn="ctr">
                      <a:solidFill>
                        <a:srgbClr val="263241"/>
                      </a:solidFill>
                      <a:prstDash val="solid"/>
                      <a:round/>
                      <a:headEnd type="none" w="med" len="med"/>
                      <a:tailEnd type="none" w="med" len="med"/>
                    </a:lnL>
                    <a:lnR w="9525" cap="flat" cmpd="sng" algn="ctr">
                      <a:solidFill>
                        <a:srgbClr val="263241"/>
                      </a:solidFill>
                      <a:prstDash val="solid"/>
                      <a:round/>
                      <a:headEnd type="none" w="med" len="med"/>
                      <a:tailEnd type="none" w="med" len="med"/>
                    </a:lnR>
                    <a:lnT w="9525" cap="flat" cmpd="sng" algn="ctr">
                      <a:solidFill>
                        <a:srgbClr val="263241"/>
                      </a:solidFill>
                      <a:prstDash val="solid"/>
                      <a:round/>
                      <a:headEnd type="none" w="med" len="med"/>
                      <a:tailEnd type="none" w="med" len="med"/>
                    </a:lnT>
                    <a:lnB w="9525" cap="flat" cmpd="sng" algn="ctr">
                      <a:solidFill>
                        <a:srgbClr val="263241"/>
                      </a:solidFill>
                      <a:prstDash val="solid"/>
                      <a:round/>
                      <a:headEnd type="none" w="med" len="med"/>
                      <a:tailEnd type="none" w="med" len="med"/>
                    </a:lnB>
                    <a:solidFill>
                      <a:srgbClr val="18202A"/>
                    </a:solidFill>
                  </a:tcPr>
                </a:tc>
                <a:tc>
                  <a:txBody>
                    <a:bodyPr/>
                    <a:lstStyle/>
                    <a:p>
                      <a:pPr indent="0" marL="0">
                        <a:buNone/>
                      </a:pPr>
                      <a:r>
                        <a:rPr lang="en-US" sz="1400" dirty="0">
                          <a:solidFill>
                            <a:srgbClr val="94A3B8"/>
                          </a:solidFill>
                          <a:latin typeface="Malgun Gothic" pitchFamily="34" charset="0"/>
                          <a:ea typeface="Malgun Gothic" pitchFamily="34" charset="-122"/>
                          <a:cs typeface="Malgun Gothic" pitchFamily="34" charset="-120"/>
                        </a:rPr>
                        <a:t>picar·RPi4B 전원</a:t>
                      </a:r>
                      <a:endParaRPr lang="en-US" sz="1400" dirty="0">
                        <a:latin typeface="Malgun Gothic" charset="0"/>
                        <a:ea typeface="Malgun Gothic" charset="0"/>
                        <a:cs typeface="Malgun Gothic" charset="0"/>
                      </a:endParaRPr>
                    </a:p>
                  </a:txBody>
                  <a:tcPr marL="109728" marR="109728" marT="36576" marB="36576" anchor="ctr">
                    <a:lnL w="9525" cap="flat" cmpd="sng" algn="ctr">
                      <a:solidFill>
                        <a:srgbClr val="263241"/>
                      </a:solidFill>
                      <a:prstDash val="solid"/>
                      <a:round/>
                      <a:headEnd type="none" w="med" len="med"/>
                      <a:tailEnd type="none" w="med" len="med"/>
                    </a:lnL>
                    <a:lnR w="9525" cap="flat" cmpd="sng" algn="ctr">
                      <a:solidFill>
                        <a:srgbClr val="263241"/>
                      </a:solidFill>
                      <a:prstDash val="solid"/>
                      <a:round/>
                      <a:headEnd type="none" w="med" len="med"/>
                      <a:tailEnd type="none" w="med" len="med"/>
                    </a:lnR>
                    <a:lnT w="9525" cap="flat" cmpd="sng" algn="ctr">
                      <a:solidFill>
                        <a:srgbClr val="263241"/>
                      </a:solidFill>
                      <a:prstDash val="solid"/>
                      <a:round/>
                      <a:headEnd type="none" w="med" len="med"/>
                      <a:tailEnd type="none" w="med" len="med"/>
                    </a:lnT>
                    <a:lnB w="9525" cap="flat" cmpd="sng" algn="ctr">
                      <a:solidFill>
                        <a:srgbClr val="263241"/>
                      </a:solidFill>
                      <a:prstDash val="solid"/>
                      <a:round/>
                      <a:headEnd type="none" w="med" len="med"/>
                      <a:tailEnd type="none" w="med" len="med"/>
                    </a:lnB>
                    <a:solidFill>
                      <a:srgbClr val="18202A"/>
                    </a:solidFill>
                  </a:tcPr>
                </a:tc>
                <a:tc>
                  <a:txBody>
                    <a:bodyPr/>
                    <a:lstStyle/>
                    <a:p>
                      <a:pPr indent="0" marL="0">
                        <a:buNone/>
                      </a:pPr>
                      <a:r>
                        <a:rPr lang="en-US" sz="1400" dirty="0">
                          <a:solidFill>
                            <a:srgbClr val="94A3B8"/>
                          </a:solidFill>
                          <a:latin typeface="Malgun Gothic" pitchFamily="34" charset="0"/>
                          <a:ea typeface="Malgun Gothic" pitchFamily="34" charset="-122"/>
                          <a:cs typeface="Malgun Gothic" pitchFamily="34" charset="-120"/>
                        </a:rPr>
                        <a:t>차체 강압 회로로 5V 공급</a:t>
                      </a:r>
                      <a:endParaRPr lang="en-US" sz="1400" dirty="0">
                        <a:latin typeface="Malgun Gothic" charset="0"/>
                        <a:ea typeface="Malgun Gothic" charset="0"/>
                        <a:cs typeface="Malgun Gothic" charset="0"/>
                      </a:endParaRPr>
                    </a:p>
                  </a:txBody>
                  <a:tcPr marL="109728" marR="109728" marT="36576" marB="36576" anchor="ctr">
                    <a:lnL w="9525" cap="flat" cmpd="sng" algn="ctr">
                      <a:solidFill>
                        <a:srgbClr val="263241"/>
                      </a:solidFill>
                      <a:prstDash val="solid"/>
                      <a:round/>
                      <a:headEnd type="none" w="med" len="med"/>
                      <a:tailEnd type="none" w="med" len="med"/>
                    </a:lnL>
                    <a:lnR w="9525" cap="flat" cmpd="sng" algn="ctr">
                      <a:solidFill>
                        <a:srgbClr val="263241"/>
                      </a:solidFill>
                      <a:prstDash val="solid"/>
                      <a:round/>
                      <a:headEnd type="none" w="med" len="med"/>
                      <a:tailEnd type="none" w="med" len="med"/>
                    </a:lnR>
                    <a:lnT w="9525" cap="flat" cmpd="sng" algn="ctr">
                      <a:solidFill>
                        <a:srgbClr val="263241"/>
                      </a:solidFill>
                      <a:prstDash val="solid"/>
                      <a:round/>
                      <a:headEnd type="none" w="med" len="med"/>
                      <a:tailEnd type="none" w="med" len="med"/>
                    </a:lnT>
                    <a:lnB w="9525" cap="flat" cmpd="sng" algn="ctr">
                      <a:solidFill>
                        <a:srgbClr val="263241"/>
                      </a:solidFill>
                      <a:prstDash val="solid"/>
                      <a:round/>
                      <a:headEnd type="none" w="med" len="med"/>
                      <a:tailEnd type="none" w="med" len="med"/>
                    </a:lnB>
                    <a:solidFill>
                      <a:srgbClr val="18202A"/>
                    </a:solidFill>
                  </a:tcPr>
                </a:tc>
              </a:tr>
            </a:tbl>
          </a:graphicData>
        </a:graphic>
      </p:graphicFrame>
      <p:sp>
        <p:nvSpPr>
          <p:cNvPr id="6" name="Text 4"/>
          <p:cNvSpPr/>
          <p:nvPr/>
        </p:nvSpPr>
        <p:spPr>
          <a:xfrm>
            <a:off x="548640" y="694690"/>
            <a:ext cx="11095355" cy="659130"/>
          </a:xfrm>
          <a:prstGeom prst="rect">
            <a:avLst/>
          </a:prstGeom>
          <a:noFill/>
          <a:ln/>
        </p:spPr>
        <p:txBody>
          <a:bodyPr wrap="square" lIns="0" tIns="0" rIns="0" bIns="0" numCol="1" vert="horz" anchor="t">
            <a:noAutofit/>
          </a:bodyPr>
          <a:lstStyle/>
          <a:p>
            <a:pPr marL="0" indent="0">
              <a:buFontTx/>
              <a:buNone/>
            </a:pPr>
            <a:r>
              <a:rPr lang="ko-KR" altLang="en-US" sz="3000" b="1">
                <a:solidFill>
                  <a:srgbClr val="F1F5F9"/>
                </a:solidFill>
                <a:latin typeface="Malgun Gothic" charset="0"/>
                <a:ea typeface="Malgun Gothic" charset="0"/>
                <a:cs typeface="Malgun Gothic" charset="0"/>
              </a:rPr>
              <a:t>하드웨어 구성</a:t>
            </a:r>
            <a:endParaRPr lang="ko-KR" altLang="en-US" sz="3000" b="1">
              <a:solidFill>
                <a:srgbClr val="F1F5F9"/>
              </a:solidFill>
              <a:latin typeface="Malgun Gothic" charset="0"/>
              <a:ea typeface="Malgun Gothic" charset="0"/>
              <a:cs typeface="Malgun Gothic" charset="0"/>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xmlns:p14="http://schemas.microsoft.com/office/powerpoint/2010/main">
  <p:cSld name="Slide 5">
    <p:bg>
      <p:bgPr>
        <a:solidFill>
          <a:srgbClr val="0D1217"/>
        </a:solidFill>
      </p:bgPr>
    </p:bg>
    <p:spTree>
      <p:nvGrpSpPr>
        <p:cNvPr id="1" name=""/>
        <p:cNvGrpSpPr/>
        <p:nvPr/>
      </p:nvGrpSpPr>
      <p:grpSpPr>
        <a:xfrm>
          <a:off x="0" y="0"/>
          <a:ext cx="0" cy="0"/>
          <a:chOff x="0" y="0"/>
          <a:chExt cx="0" cy="0"/>
        </a:xfrm>
      </p:grpSpPr>
      <p:sp>
        <p:nvSpPr>
          <p:cNvPr id="2" name="Shape 0"/>
          <p:cNvSpPr/>
          <p:nvPr/>
        </p:nvSpPr>
        <p:spPr>
          <a:xfrm>
            <a:off x="548640" y="457200"/>
            <a:ext cx="100330" cy="100330"/>
          </a:xfrm>
          <a:prstGeom prst="rect">
            <a:avLst/>
          </a:prstGeom>
          <a:solidFill>
            <a:srgbClr val="F97316"/>
          </a:solidFill>
          <a:ln w="12700">
            <a:solidFill>
              <a:srgbClr val="F97316"/>
            </a:solidFill>
            <a:prstDash val="solid"/>
          </a:ln>
        </p:spPr>
      </p:sp>
      <p:sp>
        <p:nvSpPr>
          <p:cNvPr id="3" name="Text 1"/>
          <p:cNvSpPr/>
          <p:nvPr/>
        </p:nvSpPr>
        <p:spPr>
          <a:xfrm>
            <a:off x="749935" y="356870"/>
            <a:ext cx="7315200" cy="292735"/>
          </a:xfrm>
          <a:prstGeom prst="rect">
            <a:avLst/>
          </a:prstGeom>
          <a:noFill/>
          <a:ln/>
        </p:spPr>
        <p:txBody>
          <a:bodyPr wrap="square" lIns="0" tIns="0" rIns="0" bIns="0" rtlCol="0" anchor="ctr"/>
          <a:lstStyle/>
          <a:p>
            <a:pPr indent="0" marL="0">
              <a:buNone/>
            </a:pPr>
            <a:r>
              <a:rPr lang="ko-KR" altLang="en-US" sz="1200" dirty="0">
                <a:solidFill>
                  <a:srgbClr val="94A3B8"/>
                </a:solidFill>
                <a:latin typeface="Malgun Gothic" pitchFamily="34" charset="0"/>
                <a:ea typeface="Malgun Gothic" pitchFamily="34" charset="-122"/>
                <a:cs typeface="Malgun Gothic" pitchFamily="34" charset="-120"/>
              </a:rPr>
              <a:t>05   기능 범위 · 시스템 구성</a:t>
            </a:r>
            <a:endParaRPr lang="ko-KR" sz="1200" dirty="0"/>
          </a:p>
        </p:txBody>
      </p:sp>
      <p:sp>
        <p:nvSpPr>
          <p:cNvPr id="4" name="Text 2"/>
          <p:cNvSpPr/>
          <p:nvPr/>
        </p:nvSpPr>
        <p:spPr>
          <a:xfrm>
            <a:off x="10546080" y="6446520"/>
            <a:ext cx="1097280" cy="228600"/>
          </a:xfrm>
          <a:prstGeom prst="rect">
            <a:avLst/>
          </a:prstGeom>
          <a:noFill/>
          <a:ln/>
        </p:spPr>
        <p:txBody>
          <a:bodyPr wrap="square" lIns="0" tIns="0" rIns="0" bIns="0" rtlCol="0" anchor="ctr"/>
          <a:lstStyle/>
          <a:p>
            <a:pPr algn="r" indent="0" marL="0">
              <a:buNone/>
            </a:pPr>
            <a:r>
              <a:rPr lang="ko-KR" altLang="en-US" sz="900" dirty="0">
                <a:solidFill>
                  <a:srgbClr val="64748B"/>
                </a:solidFill>
                <a:latin typeface="Consolas" pitchFamily="34" charset="0"/>
                <a:ea typeface="Consolas" pitchFamily="34" charset="-122"/>
                <a:cs typeface="Consolas" pitchFamily="34" charset="-120"/>
              </a:rPr>
              <a:t>05 / 15</a:t>
            </a:r>
            <a:endParaRPr lang="ko-KR" sz="900" dirty="0"/>
          </a:p>
        </p:txBody>
      </p:sp>
      <p:sp>
        <p:nvSpPr>
          <p:cNvPr id="5" name="Text 3"/>
          <p:cNvSpPr/>
          <p:nvPr/>
        </p:nvSpPr>
        <p:spPr>
          <a:xfrm>
            <a:off x="548640" y="6446520"/>
            <a:ext cx="3657600" cy="228600"/>
          </a:xfrm>
          <a:prstGeom prst="rect">
            <a:avLst/>
          </a:prstGeom>
          <a:noFill/>
          <a:ln/>
        </p:spPr>
        <p:txBody>
          <a:bodyPr wrap="square" lIns="0" tIns="0" rIns="0" bIns="0" rtlCol="0" anchor="ctr"/>
          <a:lstStyle/>
          <a:p>
            <a:pPr indent="0" marL="0">
              <a:buNone/>
            </a:pPr>
            <a:r>
              <a:rPr lang="ko-KR" altLang="en-US" sz="900" dirty="0">
                <a:solidFill>
                  <a:srgbClr val="64748B"/>
                </a:solidFill>
                <a:latin typeface="Malgun Gothic" pitchFamily="34" charset="0"/>
                <a:ea typeface="Malgun Gothic" pitchFamily="34" charset="-122"/>
                <a:cs typeface="Malgun Gothic" pitchFamily="34" charset="-120"/>
              </a:rPr>
              <a:t>SafeSign PhysicalAI · 심기일전</a:t>
            </a:r>
            <a:endParaRPr lang="ko-KR" sz="900" dirty="0"/>
          </a:p>
        </p:txBody>
      </p:sp>
      <p:sp>
        <p:nvSpPr>
          <p:cNvPr id="6" name="Text 4"/>
          <p:cNvSpPr/>
          <p:nvPr/>
        </p:nvSpPr>
        <p:spPr>
          <a:xfrm>
            <a:off x="548640" y="694690"/>
            <a:ext cx="11095355" cy="659130"/>
          </a:xfrm>
          <a:prstGeom prst="rect">
            <a:avLst/>
          </a:prstGeom>
          <a:noFill/>
          <a:ln/>
        </p:spPr>
        <p:txBody>
          <a:bodyPr wrap="square" lIns="0" tIns="0" rIns="0" bIns="0" numCol="1" vert="horz" anchor="t">
            <a:noAutofit/>
          </a:bodyPr>
          <a:lstStyle/>
          <a:p>
            <a:pPr marL="0" indent="0">
              <a:buFontTx/>
              <a:buNone/>
            </a:pPr>
            <a:r>
              <a:rPr lang="ko-KR" altLang="en-US" sz="3000" b="1">
                <a:solidFill>
                  <a:srgbClr val="F1F5F9"/>
                </a:solidFill>
                <a:latin typeface="Malgun Gothic" charset="0"/>
                <a:ea typeface="Malgun Gothic" charset="0"/>
                <a:cs typeface="Malgun Gothic" charset="0"/>
              </a:rPr>
              <a:t>기능과 </a:t>
            </a:r>
            <a:r>
              <a:rPr lang="ko-KR" altLang="en-US" sz="3000" b="1">
                <a:solidFill>
                  <a:srgbClr val="F1F5F9"/>
                </a:solidFill>
                <a:latin typeface="Malgun Gothic" charset="0"/>
                <a:ea typeface="Malgun Gothic" charset="0"/>
                <a:cs typeface="Malgun Gothic" charset="0"/>
              </a:rPr>
              <a:t>구</a:t>
            </a:r>
            <a:r>
              <a:rPr lang="ko-KR" altLang="en-US" sz="3000" b="1">
                <a:solidFill>
                  <a:srgbClr val="F1F5F9"/>
                </a:solidFill>
                <a:latin typeface="Malgun Gothic" charset="0"/>
                <a:ea typeface="Malgun Gothic" charset="0"/>
                <a:cs typeface="Malgun Gothic" charset="0"/>
              </a:rPr>
              <a:t>성</a:t>
            </a:r>
            <a:endParaRPr lang="ko-KR" altLang="en-US" sz="3000" b="1">
              <a:solidFill>
                <a:srgbClr val="F1F5F9"/>
              </a:solidFill>
              <a:latin typeface="Malgun Gothic" charset="0"/>
              <a:ea typeface="Malgun Gothic" charset="0"/>
              <a:cs typeface="Malgun Gothic" charset="0"/>
            </a:endParaRPr>
          </a:p>
        </p:txBody>
      </p:sp>
      <p:sp>
        <p:nvSpPr>
          <p:cNvPr id="7" name="Text 5"/>
          <p:cNvSpPr/>
          <p:nvPr/>
        </p:nvSpPr>
        <p:spPr>
          <a:xfrm>
            <a:off x="548640" y="1554480"/>
            <a:ext cx="3931920" cy="365760"/>
          </a:xfrm>
          <a:prstGeom prst="rect">
            <a:avLst/>
          </a:prstGeom>
          <a:noFill/>
          <a:ln/>
        </p:spPr>
        <p:txBody>
          <a:bodyPr wrap="square" lIns="0" tIns="0" rIns="0" bIns="0" rtlCol="0" anchor="ctr"/>
          <a:lstStyle/>
          <a:p>
            <a:pPr indent="0" marL="0">
              <a:buNone/>
            </a:pPr>
            <a:r>
              <a:rPr lang="ko-KR" altLang="en-US" sz="1800" b="1" dirty="0">
                <a:solidFill>
                  <a:srgbClr val="F1F5F9"/>
                </a:solidFill>
                <a:latin typeface="Malgun Gothic" pitchFamily="34" charset="0"/>
                <a:ea typeface="Malgun Gothic" pitchFamily="34" charset="-122"/>
                <a:cs typeface="Malgun Gothic" pitchFamily="34" charset="-120"/>
              </a:rPr>
              <a:t>기능 범위</a:t>
            </a:r>
            <a:endParaRPr lang="ko-KR" sz="1800" dirty="0"/>
          </a:p>
        </p:txBody>
      </p:sp>
      <p:sp>
        <p:nvSpPr>
          <p:cNvPr id="8" name="Text 6"/>
          <p:cNvSpPr/>
          <p:nvPr/>
        </p:nvSpPr>
        <p:spPr>
          <a:xfrm>
            <a:off x="548640" y="1965960"/>
            <a:ext cx="3931920" cy="2148840"/>
          </a:xfrm>
          <a:prstGeom prst="rect">
            <a:avLst/>
          </a:prstGeom>
          <a:noFill/>
          <a:ln/>
        </p:spPr>
        <p:txBody>
          <a:bodyPr wrap="square" lIns="0" tIns="0" rIns="0" bIns="0" rtlCol="0" anchor="t"/>
          <a:lstStyle/>
          <a:p>
            <a:pPr marL="342900" indent="-342900">
              <a:spcAft>
                <a:spcPts val="600"/>
              </a:spcAft>
              <a:buSzPct val="100000"/>
              <a:buChar char="•"/>
            </a:pPr>
            <a:r>
              <a:rPr lang="ko-KR" altLang="en-US" sz="1500" dirty="0">
                <a:solidFill>
                  <a:srgbClr val="F1F5F9"/>
                </a:solidFill>
                <a:latin typeface="Malgun Gothic" pitchFamily="34" charset="0"/>
                <a:ea typeface="Malgun Gothic" pitchFamily="34" charset="-122"/>
                <a:cs typeface="Malgun Gothic" pitchFamily="34" charset="-120"/>
              </a:rPr>
              <a:t>수신호 7종 교육 — 시범 · 판정 · 피드백</a:t>
            </a:r>
            <a:endParaRPr lang="ko-KR" sz="1500" dirty="0"/>
          </a:p>
          <a:p>
            <a:pPr marL="342900" indent="-342900">
              <a:spcAft>
                <a:spcPts val="600"/>
              </a:spcAft>
              <a:buSzPct val="100000"/>
              <a:buChar char="•"/>
            </a:pPr>
            <a:r>
              <a:rPr lang="ko-KR" altLang="en-US" sz="1500" b="1" dirty="0">
                <a:solidFill>
                  <a:srgbClr val="F97316"/>
                </a:solidFill>
                <a:latin typeface="Malgun Gothic" pitchFamily="34" charset="0"/>
                <a:ea typeface="Malgun Gothic" pitchFamily="34" charset="-122"/>
                <a:cs typeface="Malgun Gothic" pitchFamily="34" charset="-120"/>
              </a:rPr>
              <a:t>picar 주행 · LED로 정답 표시</a:t>
            </a:r>
            <a:endParaRPr lang="ko-KR" sz="1500" dirty="0"/>
          </a:p>
          <a:p>
            <a:pPr marL="342900" indent="-342900">
              <a:spcAft>
                <a:spcPts val="600"/>
              </a:spcAft>
              <a:buSzPct val="100000"/>
              <a:buChar char="•"/>
            </a:pPr>
            <a:r>
              <a:rPr lang="ko-KR" altLang="en-US" sz="1500" dirty="0">
                <a:solidFill>
                  <a:srgbClr val="F1F5F9"/>
                </a:solidFill>
                <a:latin typeface="Malgun Gothic" pitchFamily="34" charset="0"/>
                <a:ea typeface="Malgun Gothic" pitchFamily="34" charset="-122"/>
                <a:cs typeface="Malgun Gothic" pitchFamily="34" charset="-120"/>
              </a:rPr>
              <a:t>회원가입 · 로그인 · 결과 저장</a:t>
            </a:r>
            <a:endParaRPr lang="ko-KR" sz="1500" dirty="0"/>
          </a:p>
          <a:p>
            <a:pPr marL="342900" indent="-342900">
              <a:spcAft>
                <a:spcPts val="600"/>
              </a:spcAft>
              <a:buSzPct val="100000"/>
              <a:buChar char="•"/>
            </a:pPr>
            <a:r>
              <a:rPr lang="ko-KR" altLang="en-US" sz="1500" dirty="0">
                <a:solidFill>
                  <a:srgbClr val="F1F5F9"/>
                </a:solidFill>
                <a:latin typeface="Malgun Gothic" pitchFamily="34" charset="0"/>
                <a:ea typeface="Malgun Gothic" pitchFamily="34" charset="-122"/>
                <a:cs typeface="Malgun Gothic" pitchFamily="34" charset="-120"/>
              </a:rPr>
              <a:t>7종 완료 후 수료증</a:t>
            </a:r>
            <a:endParaRPr lang="ko-KR" sz="1500" dirty="0"/>
          </a:p>
          <a:p>
            <a:pPr marL="342900" indent="-342900">
              <a:spcAft>
                <a:spcPts val="600"/>
              </a:spcAft>
              <a:buSzPct val="100000"/>
              <a:buChar char="•"/>
            </a:pPr>
            <a:r>
              <a:rPr lang="ko-KR" altLang="en-US" sz="1500" dirty="0">
                <a:solidFill>
                  <a:srgbClr val="F1F5F9"/>
                </a:solidFill>
                <a:latin typeface="Malgun Gothic" pitchFamily="34" charset="0"/>
                <a:ea typeface="Malgun Gothic" pitchFamily="34" charset="-122"/>
                <a:cs typeface="Malgun Gothic" pitchFamily="34" charset="-120"/>
              </a:rPr>
              <a:t>회사 사이트 — 같은 회원 DB (부가 기능)</a:t>
            </a:r>
            <a:endParaRPr lang="ko-KR" sz="1500" dirty="0"/>
          </a:p>
        </p:txBody>
      </p:sp>
      <p:sp>
        <p:nvSpPr>
          <p:cNvPr id="9" name="Text 7"/>
          <p:cNvSpPr/>
          <p:nvPr/>
        </p:nvSpPr>
        <p:spPr>
          <a:xfrm>
            <a:off x="548640" y="4251960"/>
            <a:ext cx="3931920" cy="365760"/>
          </a:xfrm>
          <a:prstGeom prst="rect">
            <a:avLst/>
          </a:prstGeom>
          <a:noFill/>
          <a:ln/>
        </p:spPr>
        <p:txBody>
          <a:bodyPr wrap="square" lIns="0" tIns="0" rIns="0" bIns="0" rtlCol="0" anchor="ctr"/>
          <a:lstStyle/>
          <a:p>
            <a:pPr indent="0" marL="0">
              <a:buNone/>
            </a:pPr>
            <a:r>
              <a:rPr lang="ko-KR" altLang="en-US" sz="1600" b="1" dirty="0">
                <a:solidFill>
                  <a:srgbClr val="94A3B8"/>
                </a:solidFill>
                <a:latin typeface="Malgun Gothic" pitchFamily="34" charset="0"/>
                <a:ea typeface="Malgun Gothic" pitchFamily="34" charset="-122"/>
                <a:cs typeface="Malgun Gothic" pitchFamily="34" charset="-120"/>
              </a:rPr>
              <a:t>범위 밖</a:t>
            </a:r>
            <a:endParaRPr lang="ko-KR" sz="1600" dirty="0"/>
          </a:p>
        </p:txBody>
      </p:sp>
      <p:sp>
        <p:nvSpPr>
          <p:cNvPr id="10" name="Text 8"/>
          <p:cNvSpPr/>
          <p:nvPr/>
        </p:nvSpPr>
        <p:spPr>
          <a:xfrm>
            <a:off x="548640" y="4617720"/>
            <a:ext cx="3931920" cy="1371600"/>
          </a:xfrm>
          <a:prstGeom prst="rect">
            <a:avLst/>
          </a:prstGeom>
          <a:noFill/>
          <a:ln/>
        </p:spPr>
        <p:txBody>
          <a:bodyPr wrap="square" lIns="0" tIns="0" rIns="0" bIns="0" rtlCol="0" anchor="t"/>
          <a:lstStyle/>
          <a:p>
            <a:pPr marL="342900" indent="-342900">
              <a:spcAft>
                <a:spcPts val="400"/>
              </a:spcAft>
              <a:buSzPct val="100000"/>
              <a:buChar char="•"/>
            </a:pPr>
            <a:r>
              <a:rPr lang="ko-KR" altLang="en-US" sz="1400" dirty="0">
                <a:solidFill>
                  <a:srgbClr val="94A3B8"/>
                </a:solidFill>
                <a:latin typeface="Malgun Gothic" pitchFamily="34" charset="0"/>
                <a:ea typeface="Malgun Gothic" pitchFamily="34" charset="-122"/>
                <a:cs typeface="Malgun Gothic" pitchFamily="34" charset="-120"/>
              </a:rPr>
              <a:t>연속 동작 인식 (정지 자세만 판정)</a:t>
            </a:r>
            <a:endParaRPr lang="ko-KR" sz="1400" dirty="0"/>
          </a:p>
          <a:p>
            <a:pPr marL="342900" indent="-342900">
              <a:spcAft>
                <a:spcPts val="400"/>
              </a:spcAft>
              <a:buSzPct val="100000"/>
              <a:buChar char="•"/>
            </a:pPr>
            <a:r>
              <a:rPr lang="ko-KR" altLang="en-US" sz="1400" dirty="0">
                <a:solidFill>
                  <a:srgbClr val="94A3B8"/>
                </a:solidFill>
                <a:latin typeface="Malgun Gothic" pitchFamily="34" charset="0"/>
                <a:ea typeface="Malgun Gothic" pitchFamily="34" charset="-122"/>
                <a:cs typeface="Malgun Gothic" pitchFamily="34" charset="-120"/>
              </a:rPr>
              <a:t>수신호 직접 등록</a:t>
            </a:r>
            <a:endParaRPr lang="ko-KR" sz="1400" dirty="0"/>
          </a:p>
          <a:p>
            <a:pPr marL="342900" indent="-342900">
              <a:spcAft>
                <a:spcPts val="400"/>
              </a:spcAft>
              <a:buSzPct val="100000"/>
              <a:buChar char="•"/>
            </a:pPr>
            <a:r>
              <a:rPr lang="ko-KR" altLang="en-US" sz="1400" dirty="0">
                <a:solidFill>
                  <a:srgbClr val="94A3B8"/>
                </a:solidFill>
                <a:latin typeface="Malgun Gothic" pitchFamily="34" charset="0"/>
                <a:ea typeface="Malgun Gothic" pitchFamily="34" charset="-122"/>
                <a:cs typeface="Malgun Gothic" pitchFamily="34" charset="-120"/>
              </a:rPr>
              <a:t>중간 이탈 후 이어 하기</a:t>
            </a:r>
            <a:endParaRPr lang="ko-KR" sz="1400" dirty="0"/>
          </a:p>
          <a:p>
            <a:pPr marL="342900" indent="-342900">
              <a:spcAft>
                <a:spcPts val="400"/>
              </a:spcAft>
              <a:buSzPct val="100000"/>
              <a:buChar char="•"/>
            </a:pPr>
            <a:r>
              <a:rPr lang="ko-KR" altLang="en-US" sz="1400" dirty="0">
                <a:solidFill>
                  <a:srgbClr val="94A3B8"/>
                </a:solidFill>
                <a:latin typeface="Malgun Gothic" pitchFamily="34" charset="0"/>
                <a:ea typeface="Malgun Gothic" pitchFamily="34" charset="-122"/>
                <a:cs typeface="Malgun Gothic" pitchFamily="34" charset="-120"/>
              </a:rPr>
              <a:t>picar 원격 조종</a:t>
            </a:r>
            <a:endParaRPr lang="ko-KR" sz="1400" dirty="0"/>
          </a:p>
        </p:txBody>
      </p:sp>
      <p:sp>
        <p:nvSpPr>
          <p:cNvPr id="11" name="Shape 9"/>
          <p:cNvSpPr/>
          <p:nvPr/>
        </p:nvSpPr>
        <p:spPr>
          <a:xfrm>
            <a:off x="4846320" y="1600200"/>
            <a:ext cx="4343400" cy="3063240"/>
          </a:xfrm>
          <a:prstGeom prst="rect">
            <a:avLst/>
          </a:prstGeom>
          <a:solidFill>
            <a:srgbClr val="0F151C"/>
          </a:solidFill>
          <a:ln w="12700">
            <a:solidFill>
              <a:srgbClr val="64748B"/>
            </a:solidFill>
            <a:prstDash val="solid"/>
          </a:ln>
        </p:spPr>
      </p:sp>
      <p:sp>
        <p:nvSpPr>
          <p:cNvPr id="12" name="Text 10"/>
          <p:cNvSpPr/>
          <p:nvPr/>
        </p:nvSpPr>
        <p:spPr>
          <a:xfrm>
            <a:off x="4983480" y="1664335"/>
            <a:ext cx="4023360" cy="292735"/>
          </a:xfrm>
          <a:prstGeom prst="rect">
            <a:avLst/>
          </a:prstGeom>
          <a:noFill/>
          <a:ln/>
        </p:spPr>
        <p:txBody>
          <a:bodyPr wrap="square" lIns="0" tIns="0" rIns="0" bIns="0" rtlCol="0" anchor="ctr"/>
          <a:lstStyle/>
          <a:p>
            <a:pPr indent="0" marL="0">
              <a:buNone/>
            </a:pPr>
            <a:r>
              <a:rPr lang="ko-KR" altLang="en-US" sz="1300" b="1" dirty="0">
                <a:solidFill>
                  <a:srgbClr val="94A3B8"/>
                </a:solidFill>
                <a:latin typeface="Malgun Gothic" pitchFamily="34" charset="0"/>
                <a:ea typeface="Malgun Gothic" pitchFamily="34" charset="-122"/>
                <a:cs typeface="Malgun Gothic" pitchFamily="34" charset="-120"/>
              </a:rPr>
              <a:t>RPi5 스테이션 (학습자 앞 고정)</a:t>
            </a:r>
            <a:endParaRPr lang="ko-KR" sz="1300" dirty="0"/>
          </a:p>
        </p:txBody>
      </p:sp>
      <p:sp>
        <p:nvSpPr>
          <p:cNvPr id="13" name="Shape 11"/>
          <p:cNvSpPr/>
          <p:nvPr/>
        </p:nvSpPr>
        <p:spPr>
          <a:xfrm>
            <a:off x="5029200" y="2103120"/>
            <a:ext cx="1783080" cy="914400"/>
          </a:xfrm>
          <a:prstGeom prst="rect">
            <a:avLst/>
          </a:prstGeom>
          <a:solidFill>
            <a:srgbClr val="18202A"/>
          </a:solidFill>
          <a:ln w="12700">
            <a:solidFill>
              <a:srgbClr val="263241"/>
            </a:solidFill>
            <a:prstDash val="solid"/>
          </a:ln>
        </p:spPr>
      </p:sp>
      <p:sp>
        <p:nvSpPr>
          <p:cNvPr id="14" name="Text 12"/>
          <p:cNvSpPr/>
          <p:nvPr/>
        </p:nvSpPr>
        <p:spPr>
          <a:xfrm>
            <a:off x="5102225" y="2176145"/>
            <a:ext cx="1637030" cy="347345"/>
          </a:xfrm>
          <a:prstGeom prst="rect">
            <a:avLst/>
          </a:prstGeom>
          <a:noFill/>
          <a:ln/>
        </p:spPr>
        <p:txBody>
          <a:bodyPr wrap="square" lIns="0" tIns="0" rIns="0" bIns="0" rtlCol="0" anchor="ctr"/>
          <a:lstStyle/>
          <a:p>
            <a:pPr algn="ctr" indent="0" marL="0">
              <a:buNone/>
            </a:pPr>
            <a:r>
              <a:rPr lang="ko-KR" altLang="en-US" sz="1500" b="1" dirty="0">
                <a:solidFill>
                  <a:srgbClr val="F1F5F9"/>
                </a:solidFill>
                <a:latin typeface="Malgun Gothic" pitchFamily="34" charset="0"/>
                <a:ea typeface="Malgun Gothic" pitchFamily="34" charset="-122"/>
                <a:cs typeface="Malgun Gothic" pitchFamily="34" charset="-120"/>
              </a:rPr>
              <a:t>카메라</a:t>
            </a:r>
            <a:endParaRPr lang="ko-KR" sz="1500" dirty="0"/>
          </a:p>
        </p:txBody>
      </p:sp>
      <p:sp>
        <p:nvSpPr>
          <p:cNvPr id="15" name="Text 13"/>
          <p:cNvSpPr/>
          <p:nvPr/>
        </p:nvSpPr>
        <p:spPr>
          <a:xfrm>
            <a:off x="5102225" y="2523490"/>
            <a:ext cx="1637030" cy="438785"/>
          </a:xfrm>
          <a:prstGeom prst="rect">
            <a:avLst/>
          </a:prstGeom>
          <a:noFill/>
          <a:ln/>
        </p:spPr>
        <p:txBody>
          <a:bodyPr wrap="square" lIns="0" tIns="0" rIns="0" bIns="0" rtlCol="0" anchor="t"/>
          <a:lstStyle/>
          <a:p>
            <a:pPr algn="ctr" indent="0" marL="0">
              <a:buNone/>
            </a:pPr>
            <a:r>
              <a:rPr lang="ko-KR" altLang="en-US" sz="1200" dirty="0">
                <a:solidFill>
                  <a:srgbClr val="94A3B8"/>
                </a:solidFill>
                <a:latin typeface="Malgun Gothic" pitchFamily="34" charset="0"/>
                <a:ea typeface="Malgun Gothic" pitchFamily="34" charset="-122"/>
                <a:cs typeface="Malgun Gothic" pitchFamily="34" charset="-120"/>
              </a:rPr>
              <a:t>학습자 손 촬영</a:t>
            </a:r>
            <a:endParaRPr lang="ko-KR" sz="1200" dirty="0"/>
          </a:p>
        </p:txBody>
      </p:sp>
      <p:sp>
        <p:nvSpPr>
          <p:cNvPr id="16" name="Shape 14"/>
          <p:cNvSpPr/>
          <p:nvPr/>
        </p:nvSpPr>
        <p:spPr>
          <a:xfrm>
            <a:off x="7223760" y="2103120"/>
            <a:ext cx="1783080" cy="914400"/>
          </a:xfrm>
          <a:prstGeom prst="rect">
            <a:avLst/>
          </a:prstGeom>
          <a:solidFill>
            <a:srgbClr val="18202A"/>
          </a:solidFill>
          <a:ln w="12700">
            <a:solidFill>
              <a:srgbClr val="263241"/>
            </a:solidFill>
            <a:prstDash val="solid"/>
          </a:ln>
        </p:spPr>
      </p:sp>
      <p:sp>
        <p:nvSpPr>
          <p:cNvPr id="17" name="Text 15"/>
          <p:cNvSpPr/>
          <p:nvPr/>
        </p:nvSpPr>
        <p:spPr>
          <a:xfrm>
            <a:off x="7296785" y="2176145"/>
            <a:ext cx="1637030" cy="347345"/>
          </a:xfrm>
          <a:prstGeom prst="rect">
            <a:avLst/>
          </a:prstGeom>
          <a:noFill/>
          <a:ln/>
        </p:spPr>
        <p:txBody>
          <a:bodyPr wrap="square" lIns="0" tIns="0" rIns="0" bIns="0" rtlCol="0" anchor="ctr"/>
          <a:lstStyle/>
          <a:p>
            <a:pPr algn="ctr" indent="0" marL="0">
              <a:buNone/>
            </a:pPr>
            <a:r>
              <a:rPr lang="ko-KR" altLang="en-US" sz="1500" b="1" dirty="0">
                <a:solidFill>
                  <a:srgbClr val="F1F5F9"/>
                </a:solidFill>
                <a:latin typeface="Malgun Gothic" pitchFamily="34" charset="0"/>
                <a:ea typeface="Malgun Gothic" pitchFamily="34" charset="-122"/>
                <a:cs typeface="Malgun Gothic" pitchFamily="34" charset="-120"/>
              </a:rPr>
              <a:t>vision</a:t>
            </a:r>
            <a:endParaRPr lang="ko-KR" sz="1500" dirty="0"/>
          </a:p>
        </p:txBody>
      </p:sp>
      <p:sp>
        <p:nvSpPr>
          <p:cNvPr id="18" name="Text 16"/>
          <p:cNvSpPr/>
          <p:nvPr/>
        </p:nvSpPr>
        <p:spPr>
          <a:xfrm>
            <a:off x="7296785" y="2523490"/>
            <a:ext cx="1637030" cy="438785"/>
          </a:xfrm>
          <a:prstGeom prst="rect">
            <a:avLst/>
          </a:prstGeom>
          <a:noFill/>
          <a:ln/>
        </p:spPr>
        <p:txBody>
          <a:bodyPr wrap="square" lIns="0" tIns="0" rIns="0" bIns="0" rtlCol="0" anchor="t"/>
          <a:lstStyle/>
          <a:p>
            <a:pPr algn="ctr" indent="0" marL="0">
              <a:buNone/>
            </a:pPr>
            <a:r>
              <a:rPr lang="ko-KR" altLang="en-US" sz="1200" dirty="0">
                <a:solidFill>
                  <a:srgbClr val="94A3B8"/>
                </a:solidFill>
                <a:latin typeface="Malgun Gothic" pitchFamily="34" charset="0"/>
                <a:ea typeface="Malgun Gothic" pitchFamily="34" charset="-122"/>
                <a:cs typeface="Malgun Gothic" pitchFamily="34" charset="-120"/>
              </a:rPr>
              <a:t>손 인식 · 판정</a:t>
            </a:r>
            <a:endParaRPr lang="ko-KR" sz="1200" dirty="0"/>
          </a:p>
        </p:txBody>
      </p:sp>
      <p:sp>
        <p:nvSpPr>
          <p:cNvPr id="19" name="Shape 17"/>
          <p:cNvSpPr/>
          <p:nvPr/>
        </p:nvSpPr>
        <p:spPr>
          <a:xfrm>
            <a:off x="7223760" y="3566160"/>
            <a:ext cx="1783080" cy="914400"/>
          </a:xfrm>
          <a:prstGeom prst="rect">
            <a:avLst/>
          </a:prstGeom>
          <a:solidFill>
            <a:srgbClr val="18202A"/>
          </a:solidFill>
          <a:ln w="12700">
            <a:solidFill>
              <a:srgbClr val="263241"/>
            </a:solidFill>
            <a:prstDash val="solid"/>
          </a:ln>
        </p:spPr>
      </p:sp>
      <p:sp>
        <p:nvSpPr>
          <p:cNvPr id="20" name="Text 18"/>
          <p:cNvSpPr/>
          <p:nvPr/>
        </p:nvSpPr>
        <p:spPr>
          <a:xfrm>
            <a:off x="7296785" y="3639185"/>
            <a:ext cx="1637030" cy="347345"/>
          </a:xfrm>
          <a:prstGeom prst="rect">
            <a:avLst/>
          </a:prstGeom>
          <a:noFill/>
          <a:ln/>
        </p:spPr>
        <p:txBody>
          <a:bodyPr wrap="square" lIns="0" tIns="0" rIns="0" bIns="0" rtlCol="0" anchor="ctr"/>
          <a:lstStyle/>
          <a:p>
            <a:pPr algn="ctr" indent="0" marL="0">
              <a:buNone/>
            </a:pPr>
            <a:r>
              <a:rPr lang="ko-KR" altLang="en-US" sz="1500" b="1" dirty="0">
                <a:solidFill>
                  <a:srgbClr val="F1F5F9"/>
                </a:solidFill>
                <a:latin typeface="Malgun Gothic" pitchFamily="34" charset="0"/>
                <a:ea typeface="Malgun Gothic" pitchFamily="34" charset="-122"/>
                <a:cs typeface="Malgun Gothic" pitchFamily="34" charset="-120"/>
              </a:rPr>
              <a:t>web</a:t>
            </a:r>
            <a:endParaRPr lang="ko-KR" sz="1500" dirty="0"/>
          </a:p>
        </p:txBody>
      </p:sp>
      <p:sp>
        <p:nvSpPr>
          <p:cNvPr id="21" name="Text 19"/>
          <p:cNvSpPr/>
          <p:nvPr/>
        </p:nvSpPr>
        <p:spPr>
          <a:xfrm>
            <a:off x="7296785" y="3986530"/>
            <a:ext cx="1637030" cy="438785"/>
          </a:xfrm>
          <a:prstGeom prst="rect">
            <a:avLst/>
          </a:prstGeom>
          <a:noFill/>
          <a:ln/>
        </p:spPr>
        <p:txBody>
          <a:bodyPr wrap="square" lIns="0" tIns="0" rIns="0" bIns="0" rtlCol="0" anchor="t"/>
          <a:lstStyle/>
          <a:p>
            <a:pPr algn="ctr" indent="0" marL="0">
              <a:buNone/>
            </a:pPr>
            <a:r>
              <a:rPr lang="ko-KR" altLang="en-US" sz="1200" dirty="0">
                <a:solidFill>
                  <a:srgbClr val="94A3B8"/>
                </a:solidFill>
                <a:latin typeface="Malgun Gothic" pitchFamily="34" charset="0"/>
                <a:ea typeface="Malgun Gothic" pitchFamily="34" charset="-122"/>
                <a:cs typeface="Malgun Gothic" pitchFamily="34" charset="-120"/>
              </a:rPr>
              <a:t>교육 화면 · 진행</a:t>
            </a:r>
            <a:endParaRPr lang="ko-KR" sz="1200" dirty="0"/>
          </a:p>
        </p:txBody>
      </p:sp>
      <p:sp>
        <p:nvSpPr>
          <p:cNvPr id="22" name="Shape 20"/>
          <p:cNvSpPr/>
          <p:nvPr/>
        </p:nvSpPr>
        <p:spPr>
          <a:xfrm>
            <a:off x="5029200" y="3566160"/>
            <a:ext cx="1783080" cy="914400"/>
          </a:xfrm>
          <a:prstGeom prst="rect">
            <a:avLst/>
          </a:prstGeom>
          <a:solidFill>
            <a:srgbClr val="18202A"/>
          </a:solidFill>
          <a:ln w="12700">
            <a:solidFill>
              <a:srgbClr val="263241"/>
            </a:solidFill>
            <a:prstDash val="solid"/>
          </a:ln>
        </p:spPr>
      </p:sp>
      <p:sp>
        <p:nvSpPr>
          <p:cNvPr id="23" name="Text 21"/>
          <p:cNvSpPr/>
          <p:nvPr/>
        </p:nvSpPr>
        <p:spPr>
          <a:xfrm>
            <a:off x="5102225" y="3639185"/>
            <a:ext cx="1637030" cy="347345"/>
          </a:xfrm>
          <a:prstGeom prst="rect">
            <a:avLst/>
          </a:prstGeom>
          <a:noFill/>
          <a:ln/>
        </p:spPr>
        <p:txBody>
          <a:bodyPr wrap="square" lIns="0" tIns="0" rIns="0" bIns="0" rtlCol="0" anchor="ctr"/>
          <a:lstStyle/>
          <a:p>
            <a:pPr algn="ctr" indent="0" marL="0">
              <a:buNone/>
            </a:pPr>
            <a:r>
              <a:rPr lang="ko-KR" altLang="en-US" sz="1500" b="1" dirty="0">
                <a:solidFill>
                  <a:srgbClr val="F1F5F9"/>
                </a:solidFill>
                <a:latin typeface="Malgun Gothic" pitchFamily="34" charset="0"/>
                <a:ea typeface="Malgun Gothic" pitchFamily="34" charset="-122"/>
                <a:cs typeface="Malgun Gothic" pitchFamily="34" charset="-120"/>
              </a:rPr>
              <a:t>actuation</a:t>
            </a:r>
            <a:endParaRPr lang="ko-KR" sz="1500" dirty="0"/>
          </a:p>
        </p:txBody>
      </p:sp>
      <p:sp>
        <p:nvSpPr>
          <p:cNvPr id="24" name="Text 22"/>
          <p:cNvSpPr/>
          <p:nvPr/>
        </p:nvSpPr>
        <p:spPr>
          <a:xfrm>
            <a:off x="5102225" y="3986530"/>
            <a:ext cx="1637030" cy="438785"/>
          </a:xfrm>
          <a:prstGeom prst="rect">
            <a:avLst/>
          </a:prstGeom>
          <a:noFill/>
          <a:ln/>
        </p:spPr>
        <p:txBody>
          <a:bodyPr wrap="square" lIns="0" tIns="0" rIns="0" bIns="0" rtlCol="0" anchor="t"/>
          <a:lstStyle/>
          <a:p>
            <a:pPr algn="ctr" indent="0" marL="0">
              <a:buNone/>
            </a:pPr>
            <a:r>
              <a:rPr lang="ko-KR" altLang="en-US" sz="1200" dirty="0">
                <a:solidFill>
                  <a:srgbClr val="94A3B8"/>
                </a:solidFill>
                <a:latin typeface="Malgun Gothic" pitchFamily="34" charset="0"/>
                <a:ea typeface="Malgun Gothic" pitchFamily="34" charset="-122"/>
                <a:cs typeface="Malgun Gothic" pitchFamily="34" charset="-120"/>
              </a:rPr>
              <a:t>장치 명령 전달</a:t>
            </a:r>
            <a:endParaRPr lang="ko-KR" sz="1200" dirty="0"/>
          </a:p>
        </p:txBody>
      </p:sp>
      <p:sp>
        <p:nvSpPr>
          <p:cNvPr id="25" name="Shape 23"/>
          <p:cNvSpPr/>
          <p:nvPr/>
        </p:nvSpPr>
        <p:spPr>
          <a:xfrm>
            <a:off x="6858000" y="2560320"/>
            <a:ext cx="320040" cy="0"/>
          </a:xfrm>
          <a:prstGeom prst="line">
            <a:avLst/>
          </a:prstGeom>
          <a:noFill/>
          <a:ln w="28575">
            <a:solidFill>
              <a:srgbClr val="94A3B8"/>
            </a:solidFill>
            <a:prstDash val="solid"/>
            <a:tailEnd type="triangle"/>
          </a:ln>
        </p:spPr>
      </p:sp>
      <p:sp>
        <p:nvSpPr>
          <p:cNvPr id="26" name="Shape 24"/>
          <p:cNvSpPr/>
          <p:nvPr/>
        </p:nvSpPr>
        <p:spPr>
          <a:xfrm>
            <a:off x="8115300" y="3063240"/>
            <a:ext cx="0" cy="457200"/>
          </a:xfrm>
          <a:prstGeom prst="line">
            <a:avLst/>
          </a:prstGeom>
          <a:noFill/>
          <a:ln w="28575">
            <a:solidFill>
              <a:srgbClr val="94A3B8"/>
            </a:solidFill>
            <a:prstDash val="solid"/>
            <a:tailEnd type="triangle"/>
          </a:ln>
        </p:spPr>
      </p:sp>
      <p:sp>
        <p:nvSpPr>
          <p:cNvPr id="27" name="Text 25"/>
          <p:cNvSpPr/>
          <p:nvPr/>
        </p:nvSpPr>
        <p:spPr>
          <a:xfrm>
            <a:off x="8188325" y="3090545"/>
            <a:ext cx="1097280" cy="255905"/>
          </a:xfrm>
          <a:prstGeom prst="rect">
            <a:avLst/>
          </a:prstGeom>
          <a:noFill/>
          <a:ln/>
        </p:spPr>
        <p:txBody>
          <a:bodyPr wrap="square" lIns="0" tIns="0" rIns="0" bIns="0" rtlCol="0" anchor="ctr"/>
          <a:lstStyle/>
          <a:p>
            <a:pPr indent="0" marL="0">
              <a:buNone/>
            </a:pPr>
            <a:r>
              <a:rPr lang="ko-KR" altLang="en-US" sz="1100" dirty="0">
                <a:solidFill>
                  <a:srgbClr val="94A3B8"/>
                </a:solidFill>
                <a:latin typeface="Malgun Gothic" pitchFamily="34" charset="0"/>
                <a:ea typeface="Malgun Gothic" pitchFamily="34" charset="-122"/>
                <a:cs typeface="Malgun Gothic" pitchFamily="34" charset="-120"/>
              </a:rPr>
              <a:t>판정 결과</a:t>
            </a:r>
            <a:endParaRPr lang="ko-KR" sz="1100" dirty="0"/>
          </a:p>
        </p:txBody>
      </p:sp>
      <p:sp>
        <p:nvSpPr>
          <p:cNvPr id="28" name="Shape 26"/>
          <p:cNvSpPr/>
          <p:nvPr/>
        </p:nvSpPr>
        <p:spPr>
          <a:xfrm>
            <a:off x="6858000" y="4023360"/>
            <a:ext cx="320040" cy="0"/>
          </a:xfrm>
          <a:prstGeom prst="line">
            <a:avLst/>
          </a:prstGeom>
          <a:noFill/>
          <a:ln w="28575">
            <a:solidFill>
              <a:srgbClr val="94A3B8"/>
            </a:solidFill>
            <a:prstDash val="solid"/>
            <a:headEnd type="triangle"/>
          </a:ln>
        </p:spPr>
      </p:sp>
      <p:sp>
        <p:nvSpPr>
          <p:cNvPr id="29" name="Shape 27"/>
          <p:cNvSpPr/>
          <p:nvPr/>
        </p:nvSpPr>
        <p:spPr>
          <a:xfrm>
            <a:off x="5029200" y="5120640"/>
            <a:ext cx="1783080" cy="914400"/>
          </a:xfrm>
          <a:prstGeom prst="rect">
            <a:avLst/>
          </a:prstGeom>
          <a:solidFill>
            <a:srgbClr val="18202A"/>
          </a:solidFill>
          <a:ln w="12700">
            <a:solidFill>
              <a:srgbClr val="263241"/>
            </a:solidFill>
            <a:prstDash val="solid"/>
          </a:ln>
        </p:spPr>
      </p:sp>
      <p:sp>
        <p:nvSpPr>
          <p:cNvPr id="30" name="Text 28"/>
          <p:cNvSpPr/>
          <p:nvPr/>
        </p:nvSpPr>
        <p:spPr>
          <a:xfrm>
            <a:off x="5102225" y="5193665"/>
            <a:ext cx="1637030" cy="347345"/>
          </a:xfrm>
          <a:prstGeom prst="rect">
            <a:avLst/>
          </a:prstGeom>
          <a:noFill/>
          <a:ln/>
        </p:spPr>
        <p:txBody>
          <a:bodyPr wrap="square" lIns="0" tIns="0" rIns="0" bIns="0" rtlCol="0" anchor="ctr"/>
          <a:lstStyle/>
          <a:p>
            <a:pPr algn="ctr" indent="0" marL="0">
              <a:buNone/>
            </a:pPr>
            <a:r>
              <a:rPr lang="ko-KR" altLang="en-US" sz="1500" b="1" dirty="0">
                <a:solidFill>
                  <a:srgbClr val="F1F5F9"/>
                </a:solidFill>
                <a:latin typeface="Malgun Gothic" pitchFamily="34" charset="0"/>
                <a:ea typeface="Malgun Gothic" pitchFamily="34" charset="-122"/>
                <a:cs typeface="Malgun Gothic" pitchFamily="34" charset="-120"/>
              </a:rPr>
              <a:t>AI Hand</a:t>
            </a:r>
            <a:endParaRPr lang="ko-KR" sz="1500" dirty="0"/>
          </a:p>
        </p:txBody>
      </p:sp>
      <p:sp>
        <p:nvSpPr>
          <p:cNvPr id="31" name="Text 29"/>
          <p:cNvSpPr/>
          <p:nvPr/>
        </p:nvSpPr>
        <p:spPr>
          <a:xfrm>
            <a:off x="5102225" y="5541010"/>
            <a:ext cx="1637030" cy="438785"/>
          </a:xfrm>
          <a:prstGeom prst="rect">
            <a:avLst/>
          </a:prstGeom>
          <a:noFill/>
          <a:ln/>
        </p:spPr>
        <p:txBody>
          <a:bodyPr wrap="square" lIns="0" tIns="0" rIns="0" bIns="0" rtlCol="0" anchor="t"/>
          <a:lstStyle/>
          <a:p>
            <a:pPr algn="ctr" indent="0" marL="0">
              <a:buNone/>
            </a:pPr>
            <a:r>
              <a:rPr lang="ko-KR" altLang="en-US" sz="1200" dirty="0">
                <a:solidFill>
                  <a:srgbClr val="94A3B8"/>
                </a:solidFill>
                <a:latin typeface="Malgun Gothic" pitchFamily="34" charset="0"/>
                <a:ea typeface="Malgun Gothic" pitchFamily="34" charset="-122"/>
                <a:cs typeface="Malgun Gothic" pitchFamily="34" charset="-120"/>
              </a:rPr>
              <a:t>micro:bit · 서보 5개</a:t>
            </a:r>
            <a:endParaRPr lang="ko-KR" sz="1200" dirty="0"/>
          </a:p>
        </p:txBody>
      </p:sp>
      <p:sp>
        <p:nvSpPr>
          <p:cNvPr id="32" name="Shape 30"/>
          <p:cNvSpPr/>
          <p:nvPr/>
        </p:nvSpPr>
        <p:spPr>
          <a:xfrm>
            <a:off x="5920740" y="4526280"/>
            <a:ext cx="0" cy="548640"/>
          </a:xfrm>
          <a:prstGeom prst="line">
            <a:avLst/>
          </a:prstGeom>
          <a:noFill/>
          <a:ln w="28575">
            <a:solidFill>
              <a:srgbClr val="94A3B8"/>
            </a:solidFill>
            <a:prstDash val="solid"/>
            <a:tailEnd type="triangle"/>
          </a:ln>
        </p:spPr>
      </p:sp>
      <p:sp>
        <p:nvSpPr>
          <p:cNvPr id="33" name="Text 31"/>
          <p:cNvSpPr/>
          <p:nvPr/>
        </p:nvSpPr>
        <p:spPr>
          <a:xfrm>
            <a:off x="5993765" y="4590415"/>
            <a:ext cx="1188720" cy="255905"/>
          </a:xfrm>
          <a:prstGeom prst="rect">
            <a:avLst/>
          </a:prstGeom>
          <a:noFill/>
          <a:ln/>
        </p:spPr>
        <p:txBody>
          <a:bodyPr wrap="square" lIns="0" tIns="0" rIns="0" bIns="0" rtlCol="0" anchor="ctr"/>
          <a:lstStyle/>
          <a:p>
            <a:pPr indent="0" marL="0">
              <a:buNone/>
            </a:pPr>
            <a:r>
              <a:rPr lang="ko-KR" altLang="en-US" sz="1100" dirty="0">
                <a:solidFill>
                  <a:srgbClr val="94A3B8"/>
                </a:solidFill>
                <a:latin typeface="Malgun Gothic" pitchFamily="34" charset="0"/>
                <a:ea typeface="Malgun Gothic" pitchFamily="34" charset="-122"/>
                <a:cs typeface="Malgun Gothic" pitchFamily="34" charset="-120"/>
              </a:rPr>
              <a:t>BLE (무선)</a:t>
            </a:r>
            <a:endParaRPr lang="ko-KR" sz="1100" dirty="0"/>
          </a:p>
        </p:txBody>
      </p:sp>
      <p:sp>
        <p:nvSpPr>
          <p:cNvPr id="34" name="Shape 32"/>
          <p:cNvSpPr/>
          <p:nvPr/>
        </p:nvSpPr>
        <p:spPr>
          <a:xfrm>
            <a:off x="9646920" y="3566160"/>
            <a:ext cx="1996440" cy="914400"/>
          </a:xfrm>
          <a:prstGeom prst="rect">
            <a:avLst/>
          </a:prstGeom>
          <a:solidFill>
            <a:srgbClr val="F97316"/>
          </a:solidFill>
          <a:ln w="12700">
            <a:solidFill>
              <a:srgbClr val="F97316"/>
            </a:solidFill>
            <a:prstDash val="solid"/>
          </a:ln>
        </p:spPr>
      </p:sp>
      <p:sp>
        <p:nvSpPr>
          <p:cNvPr id="35" name="Text 33"/>
          <p:cNvSpPr/>
          <p:nvPr/>
        </p:nvSpPr>
        <p:spPr>
          <a:xfrm>
            <a:off x="9719945" y="3639185"/>
            <a:ext cx="1849755" cy="347345"/>
          </a:xfrm>
          <a:prstGeom prst="rect">
            <a:avLst/>
          </a:prstGeom>
          <a:noFill/>
          <a:ln/>
        </p:spPr>
        <p:txBody>
          <a:bodyPr wrap="square" lIns="0" tIns="0" rIns="0" bIns="0" rtlCol="0" anchor="ctr"/>
          <a:lstStyle/>
          <a:p>
            <a:pPr algn="ctr" indent="0" marL="0">
              <a:buNone/>
            </a:pPr>
            <a:r>
              <a:rPr lang="ko-KR" altLang="en-US" sz="1500" b="1" dirty="0">
                <a:solidFill>
                  <a:srgbClr val="0F172A"/>
                </a:solidFill>
                <a:latin typeface="Malgun Gothic" pitchFamily="34" charset="0"/>
                <a:ea typeface="Malgun Gothic" pitchFamily="34" charset="-122"/>
                <a:cs typeface="Malgun Gothic" pitchFamily="34" charset="-120"/>
              </a:rPr>
              <a:t>picar (RPi4B)</a:t>
            </a:r>
            <a:endParaRPr lang="ko-KR" sz="1500" dirty="0"/>
          </a:p>
        </p:txBody>
      </p:sp>
      <p:sp>
        <p:nvSpPr>
          <p:cNvPr id="36" name="Text 34"/>
          <p:cNvSpPr/>
          <p:nvPr/>
        </p:nvSpPr>
        <p:spPr>
          <a:xfrm>
            <a:off x="9719945" y="3986530"/>
            <a:ext cx="1849755" cy="438785"/>
          </a:xfrm>
          <a:prstGeom prst="rect">
            <a:avLst/>
          </a:prstGeom>
          <a:noFill/>
          <a:ln/>
        </p:spPr>
        <p:txBody>
          <a:bodyPr wrap="square" lIns="0" tIns="0" rIns="0" bIns="0" rtlCol="0" anchor="t"/>
          <a:lstStyle/>
          <a:p>
            <a:pPr algn="ctr" indent="0" marL="0">
              <a:buNone/>
            </a:pPr>
            <a:r>
              <a:rPr lang="ko-KR" altLang="en-US" sz="1200" dirty="0">
                <a:solidFill>
                  <a:srgbClr val="0F172A"/>
                </a:solidFill>
                <a:latin typeface="Malgun Gothic" pitchFamily="34" charset="0"/>
                <a:ea typeface="Malgun Gothic" pitchFamily="34" charset="-122"/>
                <a:cs typeface="Malgun Gothic" pitchFamily="34" charset="-120"/>
              </a:rPr>
              <a:t>주행 · LED</a:t>
            </a:r>
            <a:endParaRPr lang="ko-KR" sz="1200" dirty="0"/>
          </a:p>
        </p:txBody>
      </p:sp>
      <p:sp>
        <p:nvSpPr>
          <p:cNvPr id="37" name="Shape 35"/>
          <p:cNvSpPr/>
          <p:nvPr/>
        </p:nvSpPr>
        <p:spPr>
          <a:xfrm>
            <a:off x="9052560" y="4023360"/>
            <a:ext cx="548640" cy="0"/>
          </a:xfrm>
          <a:prstGeom prst="line">
            <a:avLst/>
          </a:prstGeom>
          <a:noFill/>
          <a:ln w="34925">
            <a:solidFill>
              <a:srgbClr val="F97316"/>
            </a:solidFill>
            <a:prstDash val="solid"/>
            <a:tailEnd type="triangle"/>
          </a:ln>
        </p:spPr>
      </p:sp>
      <p:sp>
        <p:nvSpPr>
          <p:cNvPr id="38" name="Text 36"/>
          <p:cNvSpPr/>
          <p:nvPr/>
        </p:nvSpPr>
        <p:spPr>
          <a:xfrm>
            <a:off x="9116695" y="3694430"/>
            <a:ext cx="731520" cy="255905"/>
          </a:xfrm>
          <a:prstGeom prst="rect">
            <a:avLst/>
          </a:prstGeom>
          <a:noFill/>
          <a:ln/>
        </p:spPr>
        <p:txBody>
          <a:bodyPr wrap="square" lIns="0" tIns="0" rIns="0" bIns="0" rtlCol="0" anchor="ctr"/>
          <a:lstStyle/>
          <a:p>
            <a:pPr indent="0" marL="0">
              <a:buNone/>
            </a:pPr>
            <a:r>
              <a:rPr lang="ko-KR" altLang="en-US" sz="1200" b="1" dirty="0">
                <a:solidFill>
                  <a:srgbClr val="F97316"/>
                </a:solidFill>
                <a:latin typeface="Malgun Gothic" pitchFamily="34" charset="0"/>
                <a:ea typeface="Malgun Gothic" pitchFamily="34" charset="-122"/>
                <a:cs typeface="Malgun Gothic" pitchFamily="34" charset="-120"/>
              </a:rPr>
              <a:t>Wi-Fi</a:t>
            </a:r>
            <a:endParaRPr lang="ko-KR" sz="1200" dirty="0"/>
          </a:p>
        </p:txBody>
      </p:sp>
      <p:sp>
        <p:nvSpPr>
          <p:cNvPr id="39" name="Shape 37"/>
          <p:cNvSpPr/>
          <p:nvPr/>
        </p:nvSpPr>
        <p:spPr>
          <a:xfrm>
            <a:off x="9646920" y="5120640"/>
            <a:ext cx="1996440" cy="914400"/>
          </a:xfrm>
          <a:prstGeom prst="rect">
            <a:avLst/>
          </a:prstGeom>
          <a:solidFill>
            <a:srgbClr val="18202A"/>
          </a:solidFill>
          <a:ln w="12700">
            <a:solidFill>
              <a:srgbClr val="263241"/>
            </a:solidFill>
            <a:prstDash val="solid"/>
          </a:ln>
        </p:spPr>
      </p:sp>
      <p:sp>
        <p:nvSpPr>
          <p:cNvPr id="40" name="Text 38"/>
          <p:cNvSpPr/>
          <p:nvPr/>
        </p:nvSpPr>
        <p:spPr>
          <a:xfrm>
            <a:off x="9719945" y="5193665"/>
            <a:ext cx="1849755" cy="347345"/>
          </a:xfrm>
          <a:prstGeom prst="rect">
            <a:avLst/>
          </a:prstGeom>
          <a:noFill/>
          <a:ln/>
        </p:spPr>
        <p:txBody>
          <a:bodyPr wrap="square" lIns="0" tIns="0" rIns="0" bIns="0" rtlCol="0" anchor="ctr"/>
          <a:lstStyle/>
          <a:p>
            <a:pPr algn="ctr" indent="0" marL="0">
              <a:buNone/>
            </a:pPr>
            <a:r>
              <a:rPr lang="ko-KR" altLang="en-US" sz="1500" b="1" dirty="0">
                <a:solidFill>
                  <a:srgbClr val="F1F5F9"/>
                </a:solidFill>
                <a:latin typeface="Malgun Gothic" pitchFamily="34" charset="0"/>
                <a:ea typeface="Malgun Gothic" pitchFamily="34" charset="-122"/>
                <a:cs typeface="Malgun Gothic" pitchFamily="34" charset="-120"/>
              </a:rPr>
              <a:t>회원 DB</a:t>
            </a:r>
            <a:endParaRPr lang="ko-KR" sz="1500" dirty="0"/>
          </a:p>
        </p:txBody>
      </p:sp>
      <p:sp>
        <p:nvSpPr>
          <p:cNvPr id="41" name="Text 39"/>
          <p:cNvSpPr/>
          <p:nvPr/>
        </p:nvSpPr>
        <p:spPr>
          <a:xfrm>
            <a:off x="9719945" y="5541010"/>
            <a:ext cx="1849755" cy="438785"/>
          </a:xfrm>
          <a:prstGeom prst="rect">
            <a:avLst/>
          </a:prstGeom>
          <a:noFill/>
          <a:ln/>
        </p:spPr>
        <p:txBody>
          <a:bodyPr wrap="square" lIns="0" tIns="0" rIns="0" bIns="0" rtlCol="0" anchor="t"/>
          <a:lstStyle/>
          <a:p>
            <a:pPr algn="ctr" indent="0" marL="0">
              <a:buNone/>
            </a:pPr>
            <a:r>
              <a:rPr lang="ko-KR" altLang="en-US" sz="1200" dirty="0">
                <a:solidFill>
                  <a:srgbClr val="94A3B8"/>
                </a:solidFill>
                <a:latin typeface="Malgun Gothic" pitchFamily="34" charset="0"/>
                <a:ea typeface="Malgun Gothic" pitchFamily="34" charset="-122"/>
                <a:cs typeface="Malgun Gothic" pitchFamily="34" charset="-120"/>
              </a:rPr>
              <a:t>결과 · 수료 기록</a:t>
            </a:r>
            <a:endParaRPr lang="ko-KR" sz="1200" dirty="0"/>
          </a:p>
        </p:txBody>
      </p:sp>
      <p:sp>
        <p:nvSpPr>
          <p:cNvPr id="42" name="Shape 40"/>
          <p:cNvSpPr/>
          <p:nvPr/>
        </p:nvSpPr>
        <p:spPr>
          <a:xfrm>
            <a:off x="8526780" y="4480560"/>
            <a:ext cx="0" cy="1097280"/>
          </a:xfrm>
          <a:prstGeom prst="line">
            <a:avLst/>
          </a:prstGeom>
          <a:noFill/>
          <a:ln w="28575">
            <a:solidFill>
              <a:srgbClr val="94A3B8"/>
            </a:solidFill>
            <a:prstDash val="solid"/>
          </a:ln>
        </p:spPr>
      </p:sp>
      <p:sp>
        <p:nvSpPr>
          <p:cNvPr id="43" name="Shape 41"/>
          <p:cNvSpPr/>
          <p:nvPr/>
        </p:nvSpPr>
        <p:spPr>
          <a:xfrm>
            <a:off x="8526780" y="5577840"/>
            <a:ext cx="1074420" cy="0"/>
          </a:xfrm>
          <a:prstGeom prst="line">
            <a:avLst/>
          </a:prstGeom>
          <a:noFill/>
          <a:ln w="28575">
            <a:solidFill>
              <a:srgbClr val="94A3B8"/>
            </a:solidFill>
            <a:prstDash val="solid"/>
            <a:tailEnd type="triangle"/>
          </a:ln>
        </p:spPr>
      </p:sp>
      <p:sp>
        <p:nvSpPr>
          <p:cNvPr id="44" name="Text 42"/>
          <p:cNvSpPr/>
          <p:nvPr/>
        </p:nvSpPr>
        <p:spPr>
          <a:xfrm>
            <a:off x="8618220" y="5230495"/>
            <a:ext cx="1097280" cy="255905"/>
          </a:xfrm>
          <a:prstGeom prst="rect">
            <a:avLst/>
          </a:prstGeom>
          <a:noFill/>
          <a:ln/>
        </p:spPr>
        <p:txBody>
          <a:bodyPr wrap="square" lIns="0" tIns="0" rIns="0" bIns="0" rtlCol="0" anchor="ctr"/>
          <a:lstStyle/>
          <a:p>
            <a:pPr indent="0" marL="0">
              <a:buNone/>
            </a:pPr>
            <a:r>
              <a:rPr lang="ko-KR" altLang="en-US" sz="1100" dirty="0">
                <a:solidFill>
                  <a:srgbClr val="94A3B8"/>
                </a:solidFill>
                <a:latin typeface="Malgun Gothic" pitchFamily="34" charset="0"/>
                <a:ea typeface="Malgun Gothic" pitchFamily="34" charset="-122"/>
                <a:cs typeface="Malgun Gothic" pitchFamily="34" charset="-120"/>
              </a:rPr>
              <a:t>결과 저장</a:t>
            </a:r>
            <a:endParaRPr lang="ko-KR" sz="1100"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xmlns:p14="http://schemas.microsoft.com/office/powerpoint/2010/main">
  <p:cSld name="Slide 6">
    <p:bg>
      <p:bgPr>
        <a:solidFill>
          <a:srgbClr val="0D1217"/>
        </a:solidFill>
      </p:bgPr>
    </p:bg>
    <p:spTree>
      <p:nvGrpSpPr>
        <p:cNvPr id="1" name=""/>
        <p:cNvGrpSpPr/>
        <p:nvPr/>
      </p:nvGrpSpPr>
      <p:grpSpPr>
        <a:xfrm>
          <a:off x="0" y="0"/>
          <a:ext cx="0" cy="0"/>
          <a:chOff x="0" y="0"/>
          <a:chExt cx="0" cy="0"/>
        </a:xfrm>
      </p:grpSpPr>
      <p:sp>
        <p:nvSpPr>
          <p:cNvPr id="2" name="Shape 0"/>
          <p:cNvSpPr/>
          <p:nvPr/>
        </p:nvSpPr>
        <p:spPr>
          <a:xfrm>
            <a:off x="548640" y="457200"/>
            <a:ext cx="100330" cy="100330"/>
          </a:xfrm>
          <a:prstGeom prst="rect">
            <a:avLst/>
          </a:prstGeom>
          <a:solidFill>
            <a:srgbClr val="F97316"/>
          </a:solidFill>
          <a:ln w="12700">
            <a:solidFill>
              <a:srgbClr val="F97316"/>
            </a:solidFill>
            <a:prstDash val="solid"/>
          </a:ln>
        </p:spPr>
      </p:sp>
      <p:sp>
        <p:nvSpPr>
          <p:cNvPr id="3" name="Text 1"/>
          <p:cNvSpPr/>
          <p:nvPr/>
        </p:nvSpPr>
        <p:spPr>
          <a:xfrm>
            <a:off x="749935" y="356870"/>
            <a:ext cx="7315200" cy="292735"/>
          </a:xfrm>
          <a:prstGeom prst="rect">
            <a:avLst/>
          </a:prstGeom>
          <a:noFill/>
          <a:ln/>
        </p:spPr>
        <p:txBody>
          <a:bodyPr wrap="square" lIns="0" tIns="0" rIns="0" bIns="0" rtlCol="0" anchor="ctr"/>
          <a:lstStyle/>
          <a:p>
            <a:pPr indent="0" marL="0">
              <a:buNone/>
            </a:pPr>
            <a:r>
              <a:rPr lang="ko-KR" altLang="en-US" sz="1200" dirty="0">
                <a:solidFill>
                  <a:srgbClr val="94A3B8"/>
                </a:solidFill>
                <a:latin typeface="Malgun Gothic" pitchFamily="34" charset="0"/>
                <a:ea typeface="Malgun Gothic" pitchFamily="34" charset="-122"/>
                <a:cs typeface="Malgun Gothic" pitchFamily="34" charset="-120"/>
              </a:rPr>
              <a:t>06   AI 모델 구조</a:t>
            </a:r>
            <a:endParaRPr lang="ko-KR" sz="1200" dirty="0"/>
          </a:p>
        </p:txBody>
      </p:sp>
      <p:sp>
        <p:nvSpPr>
          <p:cNvPr id="4" name="Text 2"/>
          <p:cNvSpPr/>
          <p:nvPr/>
        </p:nvSpPr>
        <p:spPr>
          <a:xfrm>
            <a:off x="10546080" y="6446520"/>
            <a:ext cx="1097280" cy="228600"/>
          </a:xfrm>
          <a:prstGeom prst="rect">
            <a:avLst/>
          </a:prstGeom>
          <a:noFill/>
          <a:ln/>
        </p:spPr>
        <p:txBody>
          <a:bodyPr wrap="square" lIns="0" tIns="0" rIns="0" bIns="0" rtlCol="0" anchor="ctr"/>
          <a:lstStyle/>
          <a:p>
            <a:pPr algn="r" indent="0" marL="0">
              <a:buNone/>
            </a:pPr>
            <a:r>
              <a:rPr lang="ko-KR" altLang="en-US" sz="900" dirty="0">
                <a:solidFill>
                  <a:srgbClr val="64748B"/>
                </a:solidFill>
                <a:latin typeface="Consolas" pitchFamily="34" charset="0"/>
                <a:ea typeface="Consolas" pitchFamily="34" charset="-122"/>
                <a:cs typeface="Consolas" pitchFamily="34" charset="-120"/>
              </a:rPr>
              <a:t>06 / 15</a:t>
            </a:r>
            <a:endParaRPr lang="ko-KR" sz="900" dirty="0"/>
          </a:p>
        </p:txBody>
      </p:sp>
      <p:sp>
        <p:nvSpPr>
          <p:cNvPr id="5" name="Text 3"/>
          <p:cNvSpPr/>
          <p:nvPr/>
        </p:nvSpPr>
        <p:spPr>
          <a:xfrm>
            <a:off x="548640" y="6446520"/>
            <a:ext cx="3657600" cy="228600"/>
          </a:xfrm>
          <a:prstGeom prst="rect">
            <a:avLst/>
          </a:prstGeom>
          <a:noFill/>
          <a:ln/>
        </p:spPr>
        <p:txBody>
          <a:bodyPr wrap="square" lIns="0" tIns="0" rIns="0" bIns="0" rtlCol="0" anchor="ctr"/>
          <a:lstStyle/>
          <a:p>
            <a:pPr indent="0" marL="0">
              <a:buNone/>
            </a:pPr>
            <a:r>
              <a:rPr lang="ko-KR" altLang="en-US" sz="900" dirty="0">
                <a:solidFill>
                  <a:srgbClr val="64748B"/>
                </a:solidFill>
                <a:latin typeface="Malgun Gothic" pitchFamily="34" charset="0"/>
                <a:ea typeface="Malgun Gothic" pitchFamily="34" charset="-122"/>
                <a:cs typeface="Malgun Gothic" pitchFamily="34" charset="-120"/>
              </a:rPr>
              <a:t>SafeSign PhysicalAI · 심기일전</a:t>
            </a:r>
            <a:endParaRPr lang="ko-KR" sz="900" dirty="0"/>
          </a:p>
        </p:txBody>
      </p:sp>
      <p:sp>
        <p:nvSpPr>
          <p:cNvPr id="6" name="Text 4"/>
          <p:cNvSpPr/>
          <p:nvPr/>
        </p:nvSpPr>
        <p:spPr>
          <a:xfrm>
            <a:off x="548640" y="694690"/>
            <a:ext cx="11095355" cy="659130"/>
          </a:xfrm>
          <a:prstGeom prst="rect">
            <a:avLst/>
          </a:prstGeom>
          <a:noFill/>
          <a:ln/>
        </p:spPr>
        <p:txBody>
          <a:bodyPr wrap="square" lIns="0" tIns="0" rIns="0" bIns="0" numCol="1" vert="horz" anchor="t">
            <a:noAutofit/>
          </a:bodyPr>
          <a:lstStyle/>
          <a:p>
            <a:pPr marL="0" indent="0">
              <a:buFontTx/>
              <a:buNone/>
            </a:pPr>
            <a:r>
              <a:rPr lang="ko-KR" altLang="en-US" sz="3000" b="1">
                <a:solidFill>
                  <a:srgbClr val="F1F5F9"/>
                </a:solidFill>
                <a:latin typeface="Malgun Gothic" charset="0"/>
                <a:ea typeface="Malgun Gothic" charset="0"/>
                <a:cs typeface="Malgun Gothic" charset="0"/>
              </a:rPr>
              <a:t>판정</a:t>
            </a:r>
            <a:r>
              <a:rPr lang="ko-KR" altLang="en-US" sz="3000" b="1">
                <a:solidFill>
                  <a:srgbClr val="F1F5F9"/>
                </a:solidFill>
                <a:latin typeface="Malgun Gothic" charset="0"/>
                <a:ea typeface="Malgun Gothic" charset="0"/>
                <a:cs typeface="Malgun Gothic" charset="0"/>
              </a:rPr>
              <a:t> </a:t>
            </a:r>
            <a:r>
              <a:rPr lang="ko-KR" altLang="en-US" sz="3000" b="1">
                <a:solidFill>
                  <a:srgbClr val="F1F5F9"/>
                </a:solidFill>
                <a:latin typeface="Malgun Gothic" charset="0"/>
                <a:ea typeface="Malgun Gothic" charset="0"/>
                <a:cs typeface="Malgun Gothic" charset="0"/>
              </a:rPr>
              <a:t>방</a:t>
            </a:r>
            <a:r>
              <a:rPr lang="ko-KR" altLang="en-US" sz="3000" b="1">
                <a:solidFill>
                  <a:srgbClr val="F1F5F9"/>
                </a:solidFill>
                <a:latin typeface="Malgun Gothic" charset="0"/>
                <a:ea typeface="Malgun Gothic" charset="0"/>
                <a:cs typeface="Malgun Gothic" charset="0"/>
              </a:rPr>
              <a:t>법</a:t>
            </a:r>
            <a:endParaRPr lang="ko-KR" altLang="en-US" sz="3000" b="1">
              <a:solidFill>
                <a:srgbClr val="F1F5F9"/>
              </a:solidFill>
              <a:latin typeface="Malgun Gothic" charset="0"/>
              <a:ea typeface="Malgun Gothic" charset="0"/>
              <a:cs typeface="Malgun Gothic" charset="0"/>
            </a:endParaRPr>
          </a:p>
        </p:txBody>
      </p:sp>
      <p:sp>
        <p:nvSpPr>
          <p:cNvPr id="7" name="Shape 5"/>
          <p:cNvSpPr/>
          <p:nvPr/>
        </p:nvSpPr>
        <p:spPr>
          <a:xfrm>
            <a:off x="548640" y="1691640"/>
            <a:ext cx="1574800" cy="1600200"/>
          </a:xfrm>
          <a:prstGeom prst="rect">
            <a:avLst/>
          </a:prstGeom>
          <a:solidFill>
            <a:srgbClr val="121820"/>
          </a:solidFill>
          <a:ln w="12700">
            <a:solidFill>
              <a:srgbClr val="263241"/>
            </a:solidFill>
            <a:prstDash val="solid"/>
          </a:ln>
        </p:spPr>
      </p:sp>
      <p:sp>
        <p:nvSpPr>
          <p:cNvPr id="8" name="Text 6"/>
          <p:cNvSpPr/>
          <p:nvPr/>
        </p:nvSpPr>
        <p:spPr>
          <a:xfrm>
            <a:off x="658495" y="1783080"/>
            <a:ext cx="365760" cy="274320"/>
          </a:xfrm>
          <a:prstGeom prst="rect">
            <a:avLst/>
          </a:prstGeom>
          <a:noFill/>
          <a:ln/>
        </p:spPr>
        <p:txBody>
          <a:bodyPr wrap="square" lIns="0" tIns="0" rIns="0" bIns="0" rtlCol="0" anchor="ctr"/>
          <a:lstStyle/>
          <a:p>
            <a:pPr indent="0" marL="0">
              <a:buNone/>
            </a:pPr>
            <a:r>
              <a:rPr lang="ko-KR" altLang="en-US" sz="1200" b="1" dirty="0">
                <a:solidFill>
                  <a:srgbClr val="F97316"/>
                </a:solidFill>
                <a:latin typeface="Consolas" pitchFamily="34" charset="0"/>
                <a:ea typeface="Consolas" pitchFamily="34" charset="-122"/>
                <a:cs typeface="Consolas" pitchFamily="34" charset="-120"/>
              </a:rPr>
              <a:t>1</a:t>
            </a:r>
            <a:endParaRPr lang="ko-KR" sz="1200" dirty="0"/>
          </a:p>
        </p:txBody>
      </p:sp>
      <p:sp>
        <p:nvSpPr>
          <p:cNvPr id="9" name="Text 7"/>
          <p:cNvSpPr/>
          <p:nvPr/>
        </p:nvSpPr>
        <p:spPr>
          <a:xfrm>
            <a:off x="621665" y="2011680"/>
            <a:ext cx="1428750" cy="457200"/>
          </a:xfrm>
          <a:prstGeom prst="rect">
            <a:avLst/>
          </a:prstGeom>
          <a:noFill/>
          <a:ln/>
        </p:spPr>
        <p:txBody>
          <a:bodyPr wrap="square" lIns="0" tIns="0" rIns="0" bIns="0" rtlCol="0" anchor="ctr"/>
          <a:lstStyle/>
          <a:p>
            <a:pPr algn="ctr" indent="0" marL="0">
              <a:buNone/>
            </a:pPr>
            <a:r>
              <a:rPr lang="ko-KR" altLang="en-US" sz="1900" b="1" dirty="0">
                <a:solidFill>
                  <a:srgbClr val="F1F5F9"/>
                </a:solidFill>
                <a:latin typeface="Malgun Gothic" pitchFamily="34" charset="0"/>
                <a:ea typeface="Malgun Gothic" pitchFamily="34" charset="-122"/>
                <a:cs typeface="Malgun Gothic" pitchFamily="34" charset="-120"/>
              </a:rPr>
              <a:t>카메라</a:t>
            </a:r>
            <a:endParaRPr lang="ko-KR" sz="1900" dirty="0"/>
          </a:p>
        </p:txBody>
      </p:sp>
      <p:sp>
        <p:nvSpPr>
          <p:cNvPr id="10" name="Text 8"/>
          <p:cNvSpPr/>
          <p:nvPr/>
        </p:nvSpPr>
        <p:spPr>
          <a:xfrm>
            <a:off x="621665" y="2514600"/>
            <a:ext cx="1428750" cy="731520"/>
          </a:xfrm>
          <a:prstGeom prst="rect">
            <a:avLst/>
          </a:prstGeom>
          <a:noFill/>
          <a:ln/>
        </p:spPr>
        <p:txBody>
          <a:bodyPr wrap="square" lIns="0" tIns="0" rIns="0" bIns="0" rtlCol="0" anchor="t"/>
          <a:lstStyle/>
          <a:p>
            <a:pPr algn="ctr" indent="0" marL="0">
              <a:buNone/>
            </a:pPr>
            <a:r>
              <a:rPr lang="ko-KR" altLang="en-US" sz="1400" dirty="0">
                <a:solidFill>
                  <a:srgbClr val="94A3B8"/>
                </a:solidFill>
                <a:latin typeface="Malgun Gothic" pitchFamily="34" charset="0"/>
                <a:ea typeface="Malgun Gothic" pitchFamily="34" charset="-122"/>
                <a:cs typeface="Malgun Gothic" pitchFamily="34" charset="-120"/>
              </a:rPr>
              <a:t>한 장면</a:t>
            </a:r>
            <a:endParaRPr lang="ko-KR" sz="1400" dirty="0"/>
          </a:p>
          <a:p>
            <a:pPr algn="ctr" indent="0" marL="0">
              <a:buNone/>
            </a:pPr>
            <a:r>
              <a:rPr lang="ko-KR" altLang="en-US" sz="1400" dirty="0">
                <a:solidFill>
                  <a:srgbClr val="94A3B8"/>
                </a:solidFill>
                <a:latin typeface="Malgun Gothic" pitchFamily="34" charset="0"/>
                <a:ea typeface="Malgun Gothic" pitchFamily="34" charset="-122"/>
                <a:cs typeface="Malgun Gothic" pitchFamily="34" charset="-120"/>
              </a:rPr>
              <a:t>(초당 약 30장)</a:t>
            </a:r>
            <a:endParaRPr lang="ko-KR" sz="1400" dirty="0"/>
          </a:p>
        </p:txBody>
      </p:sp>
      <p:sp>
        <p:nvSpPr>
          <p:cNvPr id="11" name="Shape 9"/>
          <p:cNvSpPr/>
          <p:nvPr/>
        </p:nvSpPr>
        <p:spPr>
          <a:xfrm>
            <a:off x="2160270" y="2491740"/>
            <a:ext cx="255905" cy="0"/>
          </a:xfrm>
          <a:prstGeom prst="line">
            <a:avLst/>
          </a:prstGeom>
          <a:noFill/>
          <a:ln w="31750">
            <a:solidFill>
              <a:srgbClr val="94A3B8"/>
            </a:solidFill>
            <a:prstDash val="solid"/>
            <a:tailEnd type="triangle"/>
          </a:ln>
        </p:spPr>
      </p:sp>
      <p:sp>
        <p:nvSpPr>
          <p:cNvPr id="12" name="Shape 10"/>
          <p:cNvSpPr/>
          <p:nvPr/>
        </p:nvSpPr>
        <p:spPr>
          <a:xfrm>
            <a:off x="2452370" y="1691640"/>
            <a:ext cx="1574800" cy="1600200"/>
          </a:xfrm>
          <a:prstGeom prst="rect">
            <a:avLst/>
          </a:prstGeom>
          <a:solidFill>
            <a:srgbClr val="121820"/>
          </a:solidFill>
          <a:ln w="12700">
            <a:solidFill>
              <a:srgbClr val="263241"/>
            </a:solidFill>
            <a:prstDash val="solid"/>
          </a:ln>
        </p:spPr>
      </p:sp>
      <p:sp>
        <p:nvSpPr>
          <p:cNvPr id="13" name="Text 11"/>
          <p:cNvSpPr/>
          <p:nvPr/>
        </p:nvSpPr>
        <p:spPr>
          <a:xfrm>
            <a:off x="2562225" y="1783080"/>
            <a:ext cx="365760" cy="274320"/>
          </a:xfrm>
          <a:prstGeom prst="rect">
            <a:avLst/>
          </a:prstGeom>
          <a:noFill/>
          <a:ln/>
        </p:spPr>
        <p:txBody>
          <a:bodyPr wrap="square" lIns="0" tIns="0" rIns="0" bIns="0" rtlCol="0" anchor="ctr"/>
          <a:lstStyle/>
          <a:p>
            <a:pPr indent="0" marL="0">
              <a:buNone/>
            </a:pPr>
            <a:r>
              <a:rPr lang="ko-KR" altLang="en-US" sz="1200" b="1" dirty="0">
                <a:solidFill>
                  <a:srgbClr val="F97316"/>
                </a:solidFill>
                <a:latin typeface="Consolas" pitchFamily="34" charset="0"/>
                <a:ea typeface="Consolas" pitchFamily="34" charset="-122"/>
                <a:cs typeface="Consolas" pitchFamily="34" charset="-120"/>
              </a:rPr>
              <a:t>2</a:t>
            </a:r>
            <a:endParaRPr lang="ko-KR" sz="1200" dirty="0"/>
          </a:p>
        </p:txBody>
      </p:sp>
      <p:sp>
        <p:nvSpPr>
          <p:cNvPr id="14" name="Text 12"/>
          <p:cNvSpPr/>
          <p:nvPr/>
        </p:nvSpPr>
        <p:spPr>
          <a:xfrm>
            <a:off x="2526030" y="2011680"/>
            <a:ext cx="1428750" cy="457200"/>
          </a:xfrm>
          <a:prstGeom prst="rect">
            <a:avLst/>
          </a:prstGeom>
          <a:noFill/>
          <a:ln/>
        </p:spPr>
        <p:txBody>
          <a:bodyPr wrap="square" lIns="0" tIns="0" rIns="0" bIns="0" rtlCol="0" anchor="ctr"/>
          <a:lstStyle/>
          <a:p>
            <a:pPr algn="ctr" indent="0" marL="0">
              <a:buNone/>
            </a:pPr>
            <a:r>
              <a:rPr lang="ko-KR" altLang="en-US" sz="1900" b="1" dirty="0">
                <a:solidFill>
                  <a:srgbClr val="F1F5F9"/>
                </a:solidFill>
                <a:latin typeface="Malgun Gothic" pitchFamily="34" charset="0"/>
                <a:ea typeface="Malgun Gothic" pitchFamily="34" charset="-122"/>
                <a:cs typeface="Malgun Gothic" pitchFamily="34" charset="-120"/>
              </a:rPr>
              <a:t>MediaPipe</a:t>
            </a:r>
            <a:endParaRPr lang="ko-KR" sz="1900" dirty="0"/>
          </a:p>
        </p:txBody>
      </p:sp>
      <p:sp>
        <p:nvSpPr>
          <p:cNvPr id="15" name="Text 13"/>
          <p:cNvSpPr/>
          <p:nvPr/>
        </p:nvSpPr>
        <p:spPr>
          <a:xfrm>
            <a:off x="2526030" y="2514600"/>
            <a:ext cx="1428750" cy="731520"/>
          </a:xfrm>
          <a:prstGeom prst="rect">
            <a:avLst/>
          </a:prstGeom>
          <a:noFill/>
          <a:ln/>
        </p:spPr>
        <p:txBody>
          <a:bodyPr wrap="square" lIns="0" tIns="0" rIns="0" bIns="0" rtlCol="0" anchor="t"/>
          <a:lstStyle/>
          <a:p>
            <a:pPr algn="ctr" indent="0" marL="0">
              <a:buNone/>
            </a:pPr>
            <a:r>
              <a:rPr lang="ko-KR" altLang="en-US" sz="1400" dirty="0">
                <a:solidFill>
                  <a:srgbClr val="94A3B8"/>
                </a:solidFill>
                <a:latin typeface="Malgun Gothic" pitchFamily="34" charset="0"/>
                <a:ea typeface="Malgun Gothic" pitchFamily="34" charset="-122"/>
                <a:cs typeface="Malgun Gothic" pitchFamily="34" charset="-120"/>
              </a:rPr>
              <a:t>손 관절 21점</a:t>
            </a:r>
            <a:endParaRPr lang="ko-KR" sz="1400" dirty="0"/>
          </a:p>
          <a:p>
            <a:pPr algn="ctr" indent="0" marL="0">
              <a:buNone/>
            </a:pPr>
            <a:r>
              <a:rPr lang="ko-KR" altLang="en-US" sz="1400" dirty="0">
                <a:solidFill>
                  <a:srgbClr val="94A3B8"/>
                </a:solidFill>
                <a:latin typeface="Malgun Gothic" pitchFamily="34" charset="0"/>
                <a:ea typeface="Malgun Gothic" pitchFamily="34" charset="-122"/>
                <a:cs typeface="Malgun Gothic" pitchFamily="34" charset="-120"/>
              </a:rPr>
              <a:t>좌표 추출</a:t>
            </a:r>
            <a:endParaRPr lang="ko-KR" sz="1400" dirty="0"/>
          </a:p>
        </p:txBody>
      </p:sp>
      <p:sp>
        <p:nvSpPr>
          <p:cNvPr id="16" name="Shape 14"/>
          <p:cNvSpPr/>
          <p:nvPr/>
        </p:nvSpPr>
        <p:spPr>
          <a:xfrm>
            <a:off x="4064000" y="2491740"/>
            <a:ext cx="255905" cy="0"/>
          </a:xfrm>
          <a:prstGeom prst="line">
            <a:avLst/>
          </a:prstGeom>
          <a:noFill/>
          <a:ln w="31750">
            <a:solidFill>
              <a:srgbClr val="94A3B8"/>
            </a:solidFill>
            <a:prstDash val="solid"/>
            <a:tailEnd type="triangle"/>
          </a:ln>
        </p:spPr>
      </p:sp>
      <p:sp>
        <p:nvSpPr>
          <p:cNvPr id="17" name="Shape 15"/>
          <p:cNvSpPr/>
          <p:nvPr/>
        </p:nvSpPr>
        <p:spPr>
          <a:xfrm>
            <a:off x="4356735" y="1691640"/>
            <a:ext cx="1574800" cy="1600200"/>
          </a:xfrm>
          <a:prstGeom prst="rect">
            <a:avLst/>
          </a:prstGeom>
          <a:solidFill>
            <a:srgbClr val="121820"/>
          </a:solidFill>
          <a:ln w="12700">
            <a:solidFill>
              <a:srgbClr val="263241"/>
            </a:solidFill>
            <a:prstDash val="solid"/>
          </a:ln>
        </p:spPr>
      </p:sp>
      <p:sp>
        <p:nvSpPr>
          <p:cNvPr id="18" name="Text 16"/>
          <p:cNvSpPr/>
          <p:nvPr/>
        </p:nvSpPr>
        <p:spPr>
          <a:xfrm>
            <a:off x="4465955" y="1783080"/>
            <a:ext cx="365760" cy="274320"/>
          </a:xfrm>
          <a:prstGeom prst="rect">
            <a:avLst/>
          </a:prstGeom>
          <a:noFill/>
          <a:ln/>
        </p:spPr>
        <p:txBody>
          <a:bodyPr wrap="square" lIns="0" tIns="0" rIns="0" bIns="0" rtlCol="0" anchor="ctr"/>
          <a:lstStyle/>
          <a:p>
            <a:pPr indent="0" marL="0">
              <a:buNone/>
            </a:pPr>
            <a:r>
              <a:rPr lang="ko-KR" altLang="en-US" sz="1200" b="1" dirty="0">
                <a:solidFill>
                  <a:srgbClr val="F97316"/>
                </a:solidFill>
                <a:latin typeface="Consolas" pitchFamily="34" charset="0"/>
                <a:ea typeface="Consolas" pitchFamily="34" charset="-122"/>
                <a:cs typeface="Consolas" pitchFamily="34" charset="-120"/>
              </a:rPr>
              <a:t>3</a:t>
            </a:r>
            <a:endParaRPr lang="ko-KR" sz="1200" dirty="0"/>
          </a:p>
        </p:txBody>
      </p:sp>
      <p:sp>
        <p:nvSpPr>
          <p:cNvPr id="19" name="Text 17"/>
          <p:cNvSpPr/>
          <p:nvPr/>
        </p:nvSpPr>
        <p:spPr>
          <a:xfrm>
            <a:off x="4429760" y="2011680"/>
            <a:ext cx="1428750" cy="457200"/>
          </a:xfrm>
          <a:prstGeom prst="rect">
            <a:avLst/>
          </a:prstGeom>
          <a:noFill/>
          <a:ln/>
        </p:spPr>
        <p:txBody>
          <a:bodyPr wrap="square" lIns="0" tIns="0" rIns="0" bIns="0" rtlCol="0" anchor="ctr"/>
          <a:lstStyle/>
          <a:p>
            <a:pPr algn="ctr" indent="0" marL="0">
              <a:buNone/>
            </a:pPr>
            <a:r>
              <a:rPr lang="ko-KR" altLang="en-US" sz="1900" b="1" dirty="0">
                <a:solidFill>
                  <a:srgbClr val="F1F5F9"/>
                </a:solidFill>
                <a:latin typeface="Malgun Gothic" pitchFamily="34" charset="0"/>
                <a:ea typeface="Malgun Gothic" pitchFamily="34" charset="-122"/>
                <a:cs typeface="Malgun Gothic" pitchFamily="34" charset="-120"/>
              </a:rPr>
              <a:t>정규화</a:t>
            </a:r>
            <a:endParaRPr lang="ko-KR" sz="1900" dirty="0"/>
          </a:p>
        </p:txBody>
      </p:sp>
      <p:sp>
        <p:nvSpPr>
          <p:cNvPr id="20" name="Text 18"/>
          <p:cNvSpPr/>
          <p:nvPr/>
        </p:nvSpPr>
        <p:spPr>
          <a:xfrm>
            <a:off x="4429760" y="2514600"/>
            <a:ext cx="1428750" cy="731520"/>
          </a:xfrm>
          <a:prstGeom prst="rect">
            <a:avLst/>
          </a:prstGeom>
          <a:noFill/>
          <a:ln/>
        </p:spPr>
        <p:txBody>
          <a:bodyPr wrap="square" lIns="0" tIns="0" rIns="0" bIns="0" rtlCol="0" anchor="t"/>
          <a:lstStyle/>
          <a:p>
            <a:pPr algn="ctr" indent="0" marL="0">
              <a:buNone/>
            </a:pPr>
            <a:r>
              <a:rPr lang="ko-KR" altLang="en-US" sz="1400" dirty="0">
                <a:solidFill>
                  <a:srgbClr val="94A3B8"/>
                </a:solidFill>
                <a:latin typeface="Malgun Gothic" pitchFamily="34" charset="0"/>
                <a:ea typeface="Malgun Gothic" pitchFamily="34" charset="-122"/>
                <a:cs typeface="Malgun Gothic" pitchFamily="34" charset="-120"/>
              </a:rPr>
              <a:t>위치 · 크기 ·</a:t>
            </a:r>
            <a:endParaRPr lang="ko-KR" sz="1400" dirty="0"/>
          </a:p>
          <a:p>
            <a:pPr algn="ctr" indent="0" marL="0">
              <a:buNone/>
            </a:pPr>
            <a:r>
              <a:rPr lang="ko-KR" altLang="en-US" sz="1400" dirty="0">
                <a:solidFill>
                  <a:srgbClr val="94A3B8"/>
                </a:solidFill>
                <a:latin typeface="Malgun Gothic" pitchFamily="34" charset="0"/>
                <a:ea typeface="Malgun Gothic" pitchFamily="34" charset="-122"/>
                <a:cs typeface="Malgun Gothic" pitchFamily="34" charset="-120"/>
              </a:rPr>
              <a:t>방향 제거</a:t>
            </a:r>
            <a:endParaRPr lang="ko-KR" sz="1400" dirty="0"/>
          </a:p>
        </p:txBody>
      </p:sp>
      <p:sp>
        <p:nvSpPr>
          <p:cNvPr id="21" name="Shape 19"/>
          <p:cNvSpPr/>
          <p:nvPr/>
        </p:nvSpPr>
        <p:spPr>
          <a:xfrm>
            <a:off x="5967730" y="2491740"/>
            <a:ext cx="255905" cy="0"/>
          </a:xfrm>
          <a:prstGeom prst="line">
            <a:avLst/>
          </a:prstGeom>
          <a:noFill/>
          <a:ln w="31750">
            <a:solidFill>
              <a:srgbClr val="94A3B8"/>
            </a:solidFill>
            <a:prstDash val="solid"/>
            <a:tailEnd type="triangle"/>
          </a:ln>
        </p:spPr>
      </p:sp>
      <p:sp>
        <p:nvSpPr>
          <p:cNvPr id="22" name="Shape 20"/>
          <p:cNvSpPr/>
          <p:nvPr/>
        </p:nvSpPr>
        <p:spPr>
          <a:xfrm>
            <a:off x="6260465" y="1691640"/>
            <a:ext cx="1574800" cy="1600200"/>
          </a:xfrm>
          <a:prstGeom prst="rect">
            <a:avLst/>
          </a:prstGeom>
          <a:solidFill>
            <a:srgbClr val="121820"/>
          </a:solidFill>
          <a:ln w="12700">
            <a:solidFill>
              <a:srgbClr val="263241"/>
            </a:solidFill>
            <a:prstDash val="solid"/>
          </a:ln>
        </p:spPr>
      </p:sp>
      <p:sp>
        <p:nvSpPr>
          <p:cNvPr id="23" name="Text 21"/>
          <p:cNvSpPr/>
          <p:nvPr/>
        </p:nvSpPr>
        <p:spPr>
          <a:xfrm>
            <a:off x="6370320" y="1783080"/>
            <a:ext cx="365760" cy="274320"/>
          </a:xfrm>
          <a:prstGeom prst="rect">
            <a:avLst/>
          </a:prstGeom>
          <a:noFill/>
          <a:ln/>
        </p:spPr>
        <p:txBody>
          <a:bodyPr wrap="square" lIns="0" tIns="0" rIns="0" bIns="0" rtlCol="0" anchor="ctr"/>
          <a:lstStyle/>
          <a:p>
            <a:pPr indent="0" marL="0">
              <a:buNone/>
            </a:pPr>
            <a:r>
              <a:rPr lang="ko-KR" altLang="en-US" sz="1200" b="1" dirty="0">
                <a:solidFill>
                  <a:srgbClr val="F97316"/>
                </a:solidFill>
                <a:latin typeface="Consolas" pitchFamily="34" charset="0"/>
                <a:ea typeface="Consolas" pitchFamily="34" charset="-122"/>
                <a:cs typeface="Consolas" pitchFamily="34" charset="-120"/>
              </a:rPr>
              <a:t>4</a:t>
            </a:r>
            <a:endParaRPr lang="ko-KR" sz="1200" dirty="0"/>
          </a:p>
        </p:txBody>
      </p:sp>
      <p:sp>
        <p:nvSpPr>
          <p:cNvPr id="24" name="Text 22"/>
          <p:cNvSpPr/>
          <p:nvPr/>
        </p:nvSpPr>
        <p:spPr>
          <a:xfrm>
            <a:off x="6333490" y="2011680"/>
            <a:ext cx="1428750" cy="457200"/>
          </a:xfrm>
          <a:prstGeom prst="rect">
            <a:avLst/>
          </a:prstGeom>
          <a:noFill/>
          <a:ln/>
        </p:spPr>
        <p:txBody>
          <a:bodyPr wrap="square" lIns="0" tIns="0" rIns="0" bIns="0" rtlCol="0" anchor="ctr"/>
          <a:lstStyle/>
          <a:p>
            <a:pPr algn="ctr" indent="0" marL="0">
              <a:buNone/>
            </a:pPr>
            <a:r>
              <a:rPr lang="ko-KR" altLang="en-US" sz="1900" b="1" dirty="0">
                <a:solidFill>
                  <a:srgbClr val="F1F5F9"/>
                </a:solidFill>
                <a:latin typeface="Malgun Gothic" pitchFamily="34" charset="0"/>
                <a:ea typeface="Malgun Gothic" pitchFamily="34" charset="-122"/>
                <a:cs typeface="Malgun Gothic" pitchFamily="34" charset="-120"/>
              </a:rPr>
              <a:t>특징 23개</a:t>
            </a:r>
            <a:endParaRPr lang="ko-KR" sz="1900" dirty="0"/>
          </a:p>
        </p:txBody>
      </p:sp>
      <p:sp>
        <p:nvSpPr>
          <p:cNvPr id="25" name="Text 23"/>
          <p:cNvSpPr/>
          <p:nvPr/>
        </p:nvSpPr>
        <p:spPr>
          <a:xfrm>
            <a:off x="6333490" y="2514600"/>
            <a:ext cx="1428750" cy="731520"/>
          </a:xfrm>
          <a:prstGeom prst="rect">
            <a:avLst/>
          </a:prstGeom>
          <a:noFill/>
          <a:ln/>
        </p:spPr>
        <p:txBody>
          <a:bodyPr wrap="square" lIns="0" tIns="0" rIns="0" bIns="0" rtlCol="0" anchor="t"/>
          <a:lstStyle/>
          <a:p>
            <a:pPr algn="ctr" indent="0" marL="0">
              <a:buNone/>
            </a:pPr>
            <a:r>
              <a:rPr lang="ko-KR" altLang="en-US" sz="1400" dirty="0">
                <a:solidFill>
                  <a:srgbClr val="94A3B8"/>
                </a:solidFill>
                <a:latin typeface="Malgun Gothic" pitchFamily="34" charset="0"/>
                <a:ea typeface="Malgun Gothic" pitchFamily="34" charset="-122"/>
                <a:cs typeface="Malgun Gothic" pitchFamily="34" charset="-120"/>
              </a:rPr>
              <a:t>손가락 각도 ·</a:t>
            </a:r>
            <a:endParaRPr lang="ko-KR" sz="1400" dirty="0"/>
          </a:p>
          <a:p>
            <a:pPr algn="ctr" indent="0" marL="0">
              <a:buNone/>
            </a:pPr>
            <a:r>
              <a:rPr lang="ko-KR" altLang="en-US" sz="1400" dirty="0">
                <a:solidFill>
                  <a:srgbClr val="94A3B8"/>
                </a:solidFill>
                <a:latin typeface="Malgun Gothic" pitchFamily="34" charset="0"/>
                <a:ea typeface="Malgun Gothic" pitchFamily="34" charset="-122"/>
                <a:cs typeface="Malgun Gothic" pitchFamily="34" charset="-120"/>
              </a:rPr>
              <a:t>거리 계산</a:t>
            </a:r>
            <a:endParaRPr lang="ko-KR" sz="1400" dirty="0"/>
          </a:p>
        </p:txBody>
      </p:sp>
      <p:sp>
        <p:nvSpPr>
          <p:cNvPr id="26" name="Shape 24"/>
          <p:cNvSpPr/>
          <p:nvPr/>
        </p:nvSpPr>
        <p:spPr>
          <a:xfrm>
            <a:off x="7871460" y="2491740"/>
            <a:ext cx="255905" cy="0"/>
          </a:xfrm>
          <a:prstGeom prst="line">
            <a:avLst/>
          </a:prstGeom>
          <a:noFill/>
          <a:ln w="31750">
            <a:solidFill>
              <a:srgbClr val="94A3B8"/>
            </a:solidFill>
            <a:prstDash val="solid"/>
            <a:tailEnd type="triangle"/>
          </a:ln>
        </p:spPr>
      </p:sp>
      <p:sp>
        <p:nvSpPr>
          <p:cNvPr id="27" name="Shape 25"/>
          <p:cNvSpPr/>
          <p:nvPr/>
        </p:nvSpPr>
        <p:spPr>
          <a:xfrm>
            <a:off x="8164195" y="1691640"/>
            <a:ext cx="1574800" cy="1600200"/>
          </a:xfrm>
          <a:prstGeom prst="rect">
            <a:avLst/>
          </a:prstGeom>
          <a:solidFill>
            <a:srgbClr val="121820"/>
          </a:solidFill>
          <a:ln w="12700">
            <a:solidFill>
              <a:srgbClr val="263241"/>
            </a:solidFill>
            <a:prstDash val="solid"/>
          </a:ln>
        </p:spPr>
      </p:sp>
      <p:sp>
        <p:nvSpPr>
          <p:cNvPr id="28" name="Text 26"/>
          <p:cNvSpPr/>
          <p:nvPr/>
        </p:nvSpPr>
        <p:spPr>
          <a:xfrm>
            <a:off x="8274050" y="1783080"/>
            <a:ext cx="365760" cy="274320"/>
          </a:xfrm>
          <a:prstGeom prst="rect">
            <a:avLst/>
          </a:prstGeom>
          <a:noFill/>
          <a:ln/>
        </p:spPr>
        <p:txBody>
          <a:bodyPr wrap="square" lIns="0" tIns="0" rIns="0" bIns="0" rtlCol="0" anchor="ctr"/>
          <a:lstStyle/>
          <a:p>
            <a:pPr indent="0" marL="0">
              <a:buNone/>
            </a:pPr>
            <a:r>
              <a:rPr lang="ko-KR" altLang="en-US" sz="1200" b="1" dirty="0">
                <a:solidFill>
                  <a:srgbClr val="F97316"/>
                </a:solidFill>
                <a:latin typeface="Consolas" pitchFamily="34" charset="0"/>
                <a:ea typeface="Consolas" pitchFamily="34" charset="-122"/>
                <a:cs typeface="Consolas" pitchFamily="34" charset="-120"/>
              </a:rPr>
              <a:t>5</a:t>
            </a:r>
            <a:endParaRPr lang="ko-KR" sz="1200" dirty="0"/>
          </a:p>
        </p:txBody>
      </p:sp>
      <p:sp>
        <p:nvSpPr>
          <p:cNvPr id="29" name="Text 27"/>
          <p:cNvSpPr/>
          <p:nvPr/>
        </p:nvSpPr>
        <p:spPr>
          <a:xfrm>
            <a:off x="8237220" y="2011680"/>
            <a:ext cx="1428750" cy="457200"/>
          </a:xfrm>
          <a:prstGeom prst="rect">
            <a:avLst/>
          </a:prstGeom>
          <a:noFill/>
          <a:ln/>
        </p:spPr>
        <p:txBody>
          <a:bodyPr wrap="square" lIns="0" tIns="0" rIns="0" bIns="0" rtlCol="0" anchor="ctr"/>
          <a:lstStyle/>
          <a:p>
            <a:pPr algn="ctr" indent="0" marL="0">
              <a:buNone/>
            </a:pPr>
            <a:r>
              <a:rPr lang="ko-KR" altLang="en-US" sz="1900" b="1" dirty="0">
                <a:solidFill>
                  <a:srgbClr val="F1F5F9"/>
                </a:solidFill>
                <a:latin typeface="Malgun Gothic" pitchFamily="34" charset="0"/>
                <a:ea typeface="Malgun Gothic" pitchFamily="34" charset="-122"/>
                <a:cs typeface="Malgun Gothic" pitchFamily="34" charset="-120"/>
              </a:rPr>
              <a:t>SVM</a:t>
            </a:r>
            <a:endParaRPr lang="ko-KR" sz="1900" dirty="0"/>
          </a:p>
        </p:txBody>
      </p:sp>
      <p:sp>
        <p:nvSpPr>
          <p:cNvPr id="30" name="Text 28"/>
          <p:cNvSpPr/>
          <p:nvPr/>
        </p:nvSpPr>
        <p:spPr>
          <a:xfrm>
            <a:off x="8237220" y="2514600"/>
            <a:ext cx="1428750" cy="731520"/>
          </a:xfrm>
          <a:prstGeom prst="rect">
            <a:avLst/>
          </a:prstGeom>
          <a:noFill/>
          <a:ln/>
        </p:spPr>
        <p:txBody>
          <a:bodyPr wrap="square" lIns="0" tIns="0" rIns="0" bIns="0" rtlCol="0" anchor="t"/>
          <a:lstStyle/>
          <a:p>
            <a:pPr algn="ctr" indent="0" marL="0">
              <a:buNone/>
            </a:pPr>
            <a:r>
              <a:rPr lang="ko-KR" altLang="en-US" sz="1400" dirty="0">
                <a:solidFill>
                  <a:srgbClr val="94A3B8"/>
                </a:solidFill>
                <a:latin typeface="Malgun Gothic" pitchFamily="34" charset="0"/>
                <a:ea typeface="Malgun Gothic" pitchFamily="34" charset="-122"/>
                <a:cs typeface="Malgun Gothic" pitchFamily="34" charset="-120"/>
              </a:rPr>
              <a:t>7종 각각의</a:t>
            </a:r>
            <a:endParaRPr lang="ko-KR" sz="1400" dirty="0"/>
          </a:p>
          <a:p>
            <a:pPr algn="ctr" indent="0" marL="0">
              <a:buNone/>
            </a:pPr>
            <a:r>
              <a:rPr lang="ko-KR" altLang="en-US" sz="1400" dirty="0">
                <a:solidFill>
                  <a:srgbClr val="94A3B8"/>
                </a:solidFill>
                <a:latin typeface="Malgun Gothic" pitchFamily="34" charset="0"/>
                <a:ea typeface="Malgun Gothic" pitchFamily="34" charset="-122"/>
                <a:cs typeface="Malgun Gothic" pitchFamily="34" charset="-120"/>
              </a:rPr>
              <a:t>확률 계산</a:t>
            </a:r>
            <a:endParaRPr lang="ko-KR" sz="1400" dirty="0"/>
          </a:p>
        </p:txBody>
      </p:sp>
      <p:sp>
        <p:nvSpPr>
          <p:cNvPr id="31" name="Shape 29"/>
          <p:cNvSpPr/>
          <p:nvPr/>
        </p:nvSpPr>
        <p:spPr>
          <a:xfrm>
            <a:off x="9775825" y="2491740"/>
            <a:ext cx="255905" cy="0"/>
          </a:xfrm>
          <a:prstGeom prst="line">
            <a:avLst/>
          </a:prstGeom>
          <a:noFill/>
          <a:ln w="31750">
            <a:solidFill>
              <a:srgbClr val="94A3B8"/>
            </a:solidFill>
            <a:prstDash val="solid"/>
            <a:tailEnd type="triangle"/>
          </a:ln>
        </p:spPr>
      </p:sp>
      <p:sp>
        <p:nvSpPr>
          <p:cNvPr id="32" name="Shape 30"/>
          <p:cNvSpPr>
            <a:spLocks/>
          </p:cNvSpPr>
          <p:nvPr/>
        </p:nvSpPr>
        <p:spPr>
          <a:xfrm rot="0">
            <a:off x="10068560" y="1691640"/>
            <a:ext cx="1575435" cy="1600835"/>
          </a:xfrm>
          <a:prstGeom prst="rect"/>
          <a:solidFill>
            <a:srgbClr val="F97316"/>
          </a:solidFill>
          <a:ln w="12700" cap="flat" cmpd="sng">
            <a:solidFill>
              <a:srgbClr val="F97316">
                <a:alpha val="100000"/>
              </a:srgbClr>
            </a:solidFill>
            <a:prstDash val="solid"/>
          </a:ln>
        </p:spPr>
        <p:txBody>
          <a:bodyPr wrap="square" lIns="0" tIns="0" rIns="0" bIns="0" vert="horz" anchor="t">
            <a:noAutofit/>
          </a:bodyPr>
          <a:lstStyle/>
          <a:p>
            <a:pPr marL="0" indent="0"/>
            <a:endParaRPr lang="ko-KR" altLang="en-US"/>
          </a:p>
        </p:txBody>
      </p:sp>
      <p:sp>
        <p:nvSpPr>
          <p:cNvPr id="33" name="Text 31"/>
          <p:cNvSpPr/>
          <p:nvPr/>
        </p:nvSpPr>
        <p:spPr>
          <a:xfrm>
            <a:off x="10177780" y="1783080"/>
            <a:ext cx="365760" cy="274320"/>
          </a:xfrm>
          <a:prstGeom prst="rect">
            <a:avLst/>
          </a:prstGeom>
          <a:noFill/>
          <a:ln/>
        </p:spPr>
        <p:txBody>
          <a:bodyPr wrap="square" lIns="0" tIns="0" rIns="0" bIns="0" rtlCol="0" anchor="ctr"/>
          <a:lstStyle/>
          <a:p>
            <a:pPr indent="0" marL="0">
              <a:buNone/>
            </a:pPr>
            <a:r>
              <a:rPr lang="ko-KR" altLang="en-US" sz="1200" b="1" dirty="0">
                <a:solidFill>
                  <a:srgbClr val="0F172A"/>
                </a:solidFill>
                <a:latin typeface="Consolas" pitchFamily="34" charset="0"/>
                <a:ea typeface="Consolas" pitchFamily="34" charset="-122"/>
                <a:cs typeface="Consolas" pitchFamily="34" charset="-120"/>
              </a:rPr>
              <a:t>6</a:t>
            </a:r>
            <a:endParaRPr lang="ko-KR" sz="1200" dirty="0"/>
          </a:p>
        </p:txBody>
      </p:sp>
      <p:sp>
        <p:nvSpPr>
          <p:cNvPr id="34" name="Text 32"/>
          <p:cNvSpPr/>
          <p:nvPr/>
        </p:nvSpPr>
        <p:spPr>
          <a:xfrm>
            <a:off x="10141585" y="2011680"/>
            <a:ext cx="1428750" cy="457200"/>
          </a:xfrm>
          <a:prstGeom prst="rect">
            <a:avLst/>
          </a:prstGeom>
          <a:noFill/>
          <a:ln/>
        </p:spPr>
        <p:txBody>
          <a:bodyPr wrap="square" lIns="0" tIns="0" rIns="0" bIns="0" rtlCol="0" anchor="ctr"/>
          <a:lstStyle/>
          <a:p>
            <a:pPr algn="ctr" indent="0" marL="0">
              <a:buNone/>
            </a:pPr>
            <a:r>
              <a:rPr lang="ko-KR" altLang="en-US" sz="1900" b="1" dirty="0">
                <a:solidFill>
                  <a:srgbClr val="0F172A"/>
                </a:solidFill>
                <a:latin typeface="Malgun Gothic" pitchFamily="34" charset="0"/>
                <a:ea typeface="Malgun Gothic" pitchFamily="34" charset="-122"/>
                <a:cs typeface="Malgun Gothic" pitchFamily="34" charset="-120"/>
              </a:rPr>
              <a:t>판정 확정</a:t>
            </a:r>
            <a:endParaRPr lang="ko-KR" sz="1900" dirty="0"/>
          </a:p>
        </p:txBody>
      </p:sp>
      <p:sp>
        <p:nvSpPr>
          <p:cNvPr id="35" name="Text 33"/>
          <p:cNvSpPr/>
          <p:nvPr/>
        </p:nvSpPr>
        <p:spPr>
          <a:xfrm>
            <a:off x="10141585" y="2514600"/>
            <a:ext cx="1429385" cy="732155"/>
          </a:xfrm>
          <a:prstGeom prst="rect">
            <a:avLst/>
          </a:prstGeom>
          <a:noFill/>
          <a:ln/>
        </p:spPr>
        <p:txBody>
          <a:bodyPr wrap="square" lIns="0" tIns="0" rIns="0" bIns="0" numCol="1" vert="horz" anchor="t">
            <a:noAutofit/>
          </a:bodyPr>
          <a:lstStyle/>
          <a:p>
            <a:pPr marL="0" indent="0" algn="ctr">
              <a:buFontTx/>
              <a:buNone/>
            </a:pPr>
            <a:r>
              <a:rPr lang="ko-KR" altLang="en-US" sz="1800" b="0">
                <a:solidFill>
                  <a:srgbClr val="0F172A"/>
                </a:solidFill>
                <a:latin typeface="Malgun Gothic" charset="0"/>
                <a:ea typeface="Malgun Gothic" charset="0"/>
                <a:cs typeface="Malgun Gothic" charset="0"/>
              </a:rPr>
              <a:t>기준</a:t>
            </a:r>
            <a:r>
              <a:rPr lang="ko-KR" altLang="en-US" sz="1800" b="0">
                <a:solidFill>
                  <a:srgbClr val="0F172A"/>
                </a:solidFill>
                <a:latin typeface="Malgun Gothic" charset="0"/>
                <a:ea typeface="Malgun Gothic" charset="0"/>
                <a:cs typeface="Malgun Gothic" charset="0"/>
              </a:rPr>
              <a:t> </a:t>
            </a:r>
            <a:r>
              <a:rPr lang="ko-KR" altLang="en-US" sz="1800" b="0">
                <a:solidFill>
                  <a:srgbClr val="0F172A"/>
                </a:solidFill>
                <a:latin typeface="Malgun Gothic" charset="0"/>
                <a:ea typeface="Malgun Gothic" charset="0"/>
                <a:cs typeface="Malgun Gothic" charset="0"/>
              </a:rPr>
              <a:t>확률</a:t>
            </a:r>
            <a:r>
              <a:rPr lang="ko-KR" altLang="en-US" sz="1800" b="0">
                <a:solidFill>
                  <a:srgbClr val="0F172A"/>
                </a:solidFill>
                <a:latin typeface="Malgun Gothic" charset="0"/>
                <a:ea typeface="Malgun Gothic" charset="0"/>
                <a:cs typeface="Malgun Gothic" charset="0"/>
              </a:rPr>
              <a:t> </a:t>
            </a:r>
            <a:r>
              <a:rPr lang="ko-KR" altLang="en-US" sz="1800" b="1">
                <a:solidFill>
                  <a:srgbClr val="0F172A"/>
                </a:solidFill>
                <a:latin typeface="Malgun Gothic" charset="0"/>
                <a:ea typeface="Malgun Gothic" charset="0"/>
                <a:cs typeface="Malgun Gothic" charset="0"/>
              </a:rPr>
              <a:t>75</a:t>
            </a:r>
            <a:r>
              <a:rPr lang="ko-KR" altLang="en-US" sz="1800" b="1">
                <a:solidFill>
                  <a:srgbClr val="0F172A"/>
                </a:solidFill>
                <a:latin typeface="Malgun Gothic" charset="0"/>
                <a:ea typeface="Malgun Gothic" charset="0"/>
                <a:cs typeface="Malgun Gothic" charset="0"/>
              </a:rPr>
              <a:t>%</a:t>
            </a:r>
            <a:endParaRPr lang="ko-KR" altLang="en-US" sz="1800" b="0">
              <a:solidFill>
                <a:srgbClr val="0F172A"/>
              </a:solidFill>
              <a:latin typeface="Malgun Gothic" charset="0"/>
              <a:ea typeface="Malgun Gothic" charset="0"/>
              <a:cs typeface="Malgun Gothic" charset="0"/>
            </a:endParaRPr>
          </a:p>
          <a:p>
            <a:pPr marL="0" indent="0" algn="ctr">
              <a:buFontTx/>
              <a:buNone/>
            </a:pPr>
            <a:endParaRPr lang="ko-KR" altLang="en-US" sz="1400" b="1">
              <a:solidFill>
                <a:srgbClr val="0F172A"/>
              </a:solidFill>
              <a:latin typeface="Malgun Gothic" charset="0"/>
              <a:ea typeface="Malgun Gothic" charset="0"/>
              <a:cs typeface="Malgun Gothic" charset="0"/>
            </a:endParaRPr>
          </a:p>
        </p:txBody>
      </p:sp>
      <p:pic>
        <p:nvPicPr>
          <p:cNvPr id="36" name="Image 0">    </p:cNvPr>
          <p:cNvPicPr>
            <a:picLocks noChangeAspect="1"/>
          </p:cNvPicPr>
          <p:nvPr/>
        </p:nvPicPr>
        <p:blipFill>
          <a:blip r:embed="rId1"/>
          <a:stretch>
            <a:fillRect/>
          </a:stretch>
        </p:blipFill>
        <p:spPr>
          <a:xfrm>
            <a:off x="2531110" y="3429000"/>
            <a:ext cx="1417320" cy="1417320"/>
          </a:xfrm>
          <a:prstGeom prst="rect">
            <a:avLst/>
          </a:prstGeom>
        </p:spPr>
      </p:pic>
      <p:sp>
        <p:nvSpPr>
          <p:cNvPr id="37" name="Text 34"/>
          <p:cNvSpPr/>
          <p:nvPr/>
        </p:nvSpPr>
        <p:spPr>
          <a:xfrm>
            <a:off x="2360930" y="4846320"/>
            <a:ext cx="1757680" cy="274320"/>
          </a:xfrm>
          <a:prstGeom prst="rect">
            <a:avLst/>
          </a:prstGeom>
          <a:noFill/>
          <a:ln/>
        </p:spPr>
        <p:txBody>
          <a:bodyPr wrap="square" lIns="0" tIns="0" rIns="0" bIns="0" rtlCol="0" anchor="ctr"/>
          <a:lstStyle/>
          <a:p>
            <a:pPr algn="ctr" indent="0" marL="0">
              <a:buNone/>
            </a:pPr>
            <a:r>
              <a:rPr lang="ko-KR" altLang="en-US" sz="1100" dirty="0">
                <a:solidFill>
                  <a:srgbClr val="94A3B8"/>
                </a:solidFill>
                <a:latin typeface="Malgun Gothic" pitchFamily="34" charset="0"/>
                <a:ea typeface="Malgun Gothic" pitchFamily="34" charset="-122"/>
                <a:cs typeface="Malgun Gothic" pitchFamily="34" charset="-120"/>
              </a:rPr>
              <a:t>예: 좌회전 유도의 21점</a:t>
            </a:r>
            <a:endParaRPr lang="ko-KR" sz="1100" dirty="0"/>
          </a:p>
        </p:txBody>
      </p:sp>
      <p:sp>
        <p:nvSpPr>
          <p:cNvPr id="38" name="Text 35"/>
          <p:cNvSpPr/>
          <p:nvPr/>
        </p:nvSpPr>
        <p:spPr>
          <a:xfrm>
            <a:off x="4356735" y="3520440"/>
            <a:ext cx="7287260" cy="732155"/>
          </a:xfrm>
          <a:prstGeom prst="rect">
            <a:avLst/>
          </a:prstGeom>
          <a:noFill/>
          <a:ln/>
        </p:spPr>
        <p:txBody>
          <a:bodyPr wrap="square" lIns="0" tIns="0" rIns="0" bIns="0" numCol="1" vert="horz" anchor="t">
            <a:noAutofit/>
          </a:bodyPr>
          <a:lstStyle/>
          <a:p>
            <a:pPr marL="0" indent="0">
              <a:buFontTx/>
              <a:buNone/>
            </a:pPr>
            <a:r>
              <a:rPr lang="ko-KR" altLang="en-US" sz="1500" b="1">
                <a:solidFill>
                  <a:srgbClr val="F1F5F9"/>
                </a:solidFill>
                <a:latin typeface="Malgun Gothic" charset="0"/>
                <a:ea typeface="Malgun Gothic" charset="0"/>
                <a:cs typeface="Malgun Gothic" charset="0"/>
              </a:rPr>
              <a:t>판정에서 빼는 경우 → </a:t>
            </a:r>
            <a:r>
              <a:rPr lang="ko-KR" altLang="en-US" sz="1500">
                <a:solidFill>
                  <a:srgbClr val="94A3B8"/>
                </a:solidFill>
                <a:latin typeface="Malgun Gothic" charset="0"/>
                <a:ea typeface="Malgun Gothic" charset="0"/>
                <a:cs typeface="Malgun Gothic" charset="0"/>
              </a:rPr>
              <a:t>가장 높은 확률이 </a:t>
            </a:r>
            <a:r>
              <a:rPr lang="ko-KR" altLang="en-US" sz="1500" b="1">
                <a:solidFill>
                  <a:srgbClr val="94A3B8"/>
                </a:solidFill>
                <a:latin typeface="Malgun Gothic" charset="0"/>
                <a:ea typeface="Malgun Gothic" charset="0"/>
                <a:cs typeface="Malgun Gothic" charset="0"/>
              </a:rPr>
              <a:t>7</a:t>
            </a:r>
            <a:r>
              <a:rPr lang="ko-KR" altLang="en-US" sz="1500" b="1">
                <a:solidFill>
                  <a:srgbClr val="94A3B8"/>
                </a:solidFill>
                <a:latin typeface="Malgun Gothic" charset="0"/>
                <a:ea typeface="Malgun Gothic" charset="0"/>
                <a:cs typeface="Malgun Gothic" charset="0"/>
              </a:rPr>
              <a:t>5%</a:t>
            </a:r>
            <a:r>
              <a:rPr lang="ko-KR" altLang="en-US" sz="1500">
                <a:solidFill>
                  <a:srgbClr val="94A3B8"/>
                </a:solidFill>
                <a:latin typeface="Malgun Gothic" charset="0"/>
                <a:ea typeface="Malgun Gothic" charset="0"/>
                <a:cs typeface="Malgun Gothic" charset="0"/>
              </a:rPr>
              <a:t> 미만, 또는 7종 어느 것과도 모양이 먼 손은 오답으로 세지 않고 ‘다시 해 주세요’로 보류</a:t>
            </a:r>
            <a:endParaRPr lang="ko-KR" altLang="en-US" sz="1500">
              <a:solidFill>
                <a:srgbClr val="94A3B8"/>
              </a:solidFill>
              <a:latin typeface="Malgun Gothic" charset="0"/>
              <a:ea typeface="Malgun Gothic" charset="0"/>
              <a:cs typeface="Malgun Gothic" charset="0"/>
            </a:endParaRPr>
          </a:p>
        </p:txBody>
      </p:sp>
      <p:sp>
        <p:nvSpPr>
          <p:cNvPr id="39" name="Text 36"/>
          <p:cNvSpPr/>
          <p:nvPr/>
        </p:nvSpPr>
        <p:spPr>
          <a:xfrm>
            <a:off x="4356735" y="4434840"/>
            <a:ext cx="2245995" cy="502920"/>
          </a:xfrm>
          <a:prstGeom prst="rect">
            <a:avLst/>
          </a:prstGeom>
          <a:noFill/>
          <a:ln/>
        </p:spPr>
        <p:txBody>
          <a:bodyPr wrap="square" lIns="0" tIns="0" rIns="0" bIns="0" rtlCol="0" anchor="ctr"/>
          <a:lstStyle/>
          <a:p>
            <a:pPr indent="0" marL="0">
              <a:buNone/>
            </a:pPr>
            <a:r>
              <a:rPr lang="ko-KR" altLang="en-US" sz="2400" b="1" dirty="0">
                <a:solidFill>
                  <a:srgbClr val="F97316"/>
                </a:solidFill>
                <a:latin typeface="Malgun Gothic" pitchFamily="34" charset="0"/>
                <a:ea typeface="Malgun Gothic" pitchFamily="34" charset="-122"/>
                <a:cs typeface="Malgun Gothic" pitchFamily="34" charset="-120"/>
              </a:rPr>
              <a:t>16초</a:t>
            </a:r>
            <a:endParaRPr lang="ko-KR" sz="2400" dirty="0"/>
          </a:p>
        </p:txBody>
      </p:sp>
      <p:sp>
        <p:nvSpPr>
          <p:cNvPr id="40" name="Text 37"/>
          <p:cNvSpPr/>
          <p:nvPr/>
        </p:nvSpPr>
        <p:spPr>
          <a:xfrm>
            <a:off x="4356735" y="4937760"/>
            <a:ext cx="2245995" cy="548640"/>
          </a:xfrm>
          <a:prstGeom prst="rect">
            <a:avLst/>
          </a:prstGeom>
          <a:noFill/>
          <a:ln/>
        </p:spPr>
        <p:txBody>
          <a:bodyPr wrap="square" lIns="0" tIns="0" rIns="0" bIns="0" rtlCol="0" anchor="t"/>
          <a:lstStyle/>
          <a:p>
            <a:pPr indent="0" marL="0">
              <a:buNone/>
            </a:pPr>
            <a:r>
              <a:rPr lang="ko-KR" altLang="en-US" sz="1300" dirty="0">
                <a:solidFill>
                  <a:srgbClr val="94A3B8"/>
                </a:solidFill>
                <a:latin typeface="Malgun Gothic" pitchFamily="34" charset="0"/>
                <a:ea typeface="Malgun Gothic" pitchFamily="34" charset="-122"/>
                <a:cs typeface="Malgun Gothic" pitchFamily="34" charset="-120"/>
              </a:rPr>
              <a:t>공개 데이터 27,735건 학습 시간</a:t>
            </a:r>
            <a:endParaRPr lang="ko-KR" sz="1300" dirty="0"/>
          </a:p>
        </p:txBody>
      </p:sp>
      <p:sp>
        <p:nvSpPr>
          <p:cNvPr id="41" name="Text 38"/>
          <p:cNvSpPr/>
          <p:nvPr/>
        </p:nvSpPr>
        <p:spPr>
          <a:xfrm>
            <a:off x="6877050" y="4434840"/>
            <a:ext cx="2245995" cy="502920"/>
          </a:xfrm>
          <a:prstGeom prst="rect">
            <a:avLst/>
          </a:prstGeom>
          <a:noFill/>
          <a:ln/>
        </p:spPr>
        <p:txBody>
          <a:bodyPr wrap="square" lIns="0" tIns="0" rIns="0" bIns="0" rtlCol="0" anchor="ctr"/>
          <a:lstStyle/>
          <a:p>
            <a:pPr indent="0" marL="0">
              <a:buNone/>
            </a:pPr>
            <a:r>
              <a:rPr lang="ko-KR" altLang="en-US" sz="2400" b="1" dirty="0">
                <a:solidFill>
                  <a:srgbClr val="F97316"/>
                </a:solidFill>
                <a:latin typeface="Malgun Gothic" pitchFamily="34" charset="0"/>
                <a:ea typeface="Malgun Gothic" pitchFamily="34" charset="-122"/>
                <a:cs typeface="Malgun Gothic" pitchFamily="34" charset="-120"/>
              </a:rPr>
              <a:t>초당 26~30회</a:t>
            </a:r>
            <a:endParaRPr lang="ko-KR" sz="2400" dirty="0"/>
          </a:p>
        </p:txBody>
      </p:sp>
      <p:sp>
        <p:nvSpPr>
          <p:cNvPr id="42" name="Text 39"/>
          <p:cNvSpPr/>
          <p:nvPr/>
        </p:nvSpPr>
        <p:spPr>
          <a:xfrm>
            <a:off x="6877050" y="4937760"/>
            <a:ext cx="2245995" cy="548640"/>
          </a:xfrm>
          <a:prstGeom prst="rect">
            <a:avLst/>
          </a:prstGeom>
          <a:noFill/>
          <a:ln/>
        </p:spPr>
        <p:txBody>
          <a:bodyPr wrap="square" lIns="0" tIns="0" rIns="0" bIns="0" rtlCol="0" anchor="t"/>
          <a:lstStyle/>
          <a:p>
            <a:pPr indent="0" marL="0">
              <a:buNone/>
            </a:pPr>
            <a:r>
              <a:rPr lang="ko-KR" altLang="en-US" sz="1300" dirty="0">
                <a:solidFill>
                  <a:srgbClr val="94A3B8"/>
                </a:solidFill>
                <a:latin typeface="Malgun Gothic" pitchFamily="34" charset="0"/>
                <a:ea typeface="Malgun Gothic" pitchFamily="34" charset="-122"/>
                <a:cs typeface="Malgun Gothic" pitchFamily="34" charset="-120"/>
              </a:rPr>
              <a:t>RPi5 CPU로 실시간 판정</a:t>
            </a:r>
            <a:endParaRPr lang="ko-KR" sz="1300" dirty="0"/>
          </a:p>
        </p:txBody>
      </p:sp>
      <p:sp>
        <p:nvSpPr>
          <p:cNvPr id="43" name="Text 40"/>
          <p:cNvSpPr/>
          <p:nvPr/>
        </p:nvSpPr>
        <p:spPr>
          <a:xfrm>
            <a:off x="9397365" y="4434840"/>
            <a:ext cx="2245995" cy="502920"/>
          </a:xfrm>
          <a:prstGeom prst="rect">
            <a:avLst/>
          </a:prstGeom>
          <a:noFill/>
          <a:ln/>
        </p:spPr>
        <p:txBody>
          <a:bodyPr wrap="square" lIns="0" tIns="0" rIns="0" bIns="0" rtlCol="0" anchor="ctr"/>
          <a:lstStyle/>
          <a:p>
            <a:pPr indent="0" marL="0">
              <a:buNone/>
            </a:pPr>
            <a:r>
              <a:rPr lang="ko-KR" altLang="en-US" sz="2400" b="1" dirty="0">
                <a:solidFill>
                  <a:srgbClr val="F97316"/>
                </a:solidFill>
                <a:latin typeface="Malgun Gothic" pitchFamily="34" charset="0"/>
                <a:ea typeface="Malgun Gothic" pitchFamily="34" charset="-122"/>
                <a:cs typeface="Malgun Gothic" pitchFamily="34" charset="-120"/>
              </a:rPr>
              <a:t>설명 가능</a:t>
            </a:r>
            <a:endParaRPr lang="ko-KR" sz="2400" dirty="0"/>
          </a:p>
        </p:txBody>
      </p:sp>
      <p:sp>
        <p:nvSpPr>
          <p:cNvPr id="44" name="Text 41"/>
          <p:cNvSpPr/>
          <p:nvPr/>
        </p:nvSpPr>
        <p:spPr>
          <a:xfrm>
            <a:off x="9397365" y="4937760"/>
            <a:ext cx="2245995" cy="548640"/>
          </a:xfrm>
          <a:prstGeom prst="rect">
            <a:avLst/>
          </a:prstGeom>
          <a:noFill/>
          <a:ln/>
        </p:spPr>
        <p:txBody>
          <a:bodyPr wrap="square" lIns="0" tIns="0" rIns="0" bIns="0" rtlCol="0" anchor="t"/>
          <a:lstStyle/>
          <a:p>
            <a:pPr indent="0" marL="0">
              <a:buNone/>
            </a:pPr>
            <a:r>
              <a:rPr lang="ko-KR" altLang="en-US" sz="1300" dirty="0">
                <a:solidFill>
                  <a:srgbClr val="94A3B8"/>
                </a:solidFill>
                <a:latin typeface="Malgun Gothic" pitchFamily="34" charset="0"/>
                <a:ea typeface="Malgun Gothic" pitchFamily="34" charset="-122"/>
                <a:cs typeface="Malgun Gothic" pitchFamily="34" charset="-120"/>
              </a:rPr>
              <a:t>관절 각도·거리로 판정 이유 확인</a:t>
            </a:r>
            <a:endParaRPr lang="ko-KR" sz="1300"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xmlns:p14="http://schemas.microsoft.com/office/powerpoint/2010/main">
  <p:cSld name="Slide 7">
    <p:bg>
      <p:bgPr>
        <a:solidFill>
          <a:srgbClr val="0D1217"/>
        </a:solidFill>
      </p:bgPr>
    </p:bg>
    <p:spTree>
      <p:nvGrpSpPr>
        <p:cNvPr id="1" name=""/>
        <p:cNvGrpSpPr/>
        <p:nvPr/>
      </p:nvGrpSpPr>
      <p:grpSpPr>
        <a:xfrm>
          <a:off x="0" y="0"/>
          <a:ext cx="0" cy="0"/>
          <a:chOff x="0" y="0"/>
          <a:chExt cx="0" cy="0"/>
        </a:xfrm>
      </p:grpSpPr>
      <p:sp>
        <p:nvSpPr>
          <p:cNvPr id="2" name="Shape 0"/>
          <p:cNvSpPr/>
          <p:nvPr/>
        </p:nvSpPr>
        <p:spPr>
          <a:xfrm>
            <a:off x="548640" y="457200"/>
            <a:ext cx="100330" cy="100330"/>
          </a:xfrm>
          <a:prstGeom prst="rect">
            <a:avLst/>
          </a:prstGeom>
          <a:solidFill>
            <a:srgbClr val="F97316"/>
          </a:solidFill>
          <a:ln w="12700">
            <a:solidFill>
              <a:srgbClr val="F97316"/>
            </a:solidFill>
            <a:prstDash val="solid"/>
          </a:ln>
        </p:spPr>
      </p:sp>
      <p:sp>
        <p:nvSpPr>
          <p:cNvPr id="3" name="Text 1"/>
          <p:cNvSpPr/>
          <p:nvPr/>
        </p:nvSpPr>
        <p:spPr>
          <a:xfrm>
            <a:off x="749935" y="356870"/>
            <a:ext cx="7315200" cy="292735"/>
          </a:xfrm>
          <a:prstGeom prst="rect">
            <a:avLst/>
          </a:prstGeom>
          <a:noFill/>
          <a:ln/>
        </p:spPr>
        <p:txBody>
          <a:bodyPr wrap="square" lIns="0" tIns="0" rIns="0" bIns="0" rtlCol="0" anchor="ctr"/>
          <a:lstStyle/>
          <a:p>
            <a:pPr indent="0" marL="0">
              <a:buNone/>
            </a:pPr>
            <a:r>
              <a:rPr lang="ko-KR" altLang="en-US" sz="1200" dirty="0">
                <a:solidFill>
                  <a:srgbClr val="94A3B8"/>
                </a:solidFill>
                <a:latin typeface="Malgun Gothic" pitchFamily="34" charset="0"/>
                <a:ea typeface="Malgun Gothic" pitchFamily="34" charset="-122"/>
                <a:cs typeface="Malgun Gothic" pitchFamily="34" charset="-120"/>
              </a:rPr>
              <a:t>07   AI 모델 구조 · 상세</a:t>
            </a:r>
            <a:endParaRPr lang="ko-KR" sz="1200" dirty="0"/>
          </a:p>
        </p:txBody>
      </p:sp>
      <p:sp>
        <p:nvSpPr>
          <p:cNvPr id="4" name="Text 2"/>
          <p:cNvSpPr/>
          <p:nvPr/>
        </p:nvSpPr>
        <p:spPr>
          <a:xfrm>
            <a:off x="10546080" y="6446520"/>
            <a:ext cx="1097280" cy="228600"/>
          </a:xfrm>
          <a:prstGeom prst="rect">
            <a:avLst/>
          </a:prstGeom>
          <a:noFill/>
          <a:ln/>
        </p:spPr>
        <p:txBody>
          <a:bodyPr wrap="square" lIns="0" tIns="0" rIns="0" bIns="0" rtlCol="0" anchor="ctr"/>
          <a:lstStyle/>
          <a:p>
            <a:pPr algn="r" indent="0" marL="0">
              <a:buNone/>
            </a:pPr>
            <a:r>
              <a:rPr lang="ko-KR" altLang="en-US" sz="900" dirty="0">
                <a:solidFill>
                  <a:srgbClr val="64748B"/>
                </a:solidFill>
                <a:latin typeface="Consolas" pitchFamily="34" charset="0"/>
                <a:ea typeface="Consolas" pitchFamily="34" charset="-122"/>
                <a:cs typeface="Consolas" pitchFamily="34" charset="-120"/>
              </a:rPr>
              <a:t>07 / 15</a:t>
            </a:r>
            <a:endParaRPr lang="ko-KR" sz="900" dirty="0"/>
          </a:p>
        </p:txBody>
      </p:sp>
      <p:sp>
        <p:nvSpPr>
          <p:cNvPr id="5" name="Text 3"/>
          <p:cNvSpPr/>
          <p:nvPr/>
        </p:nvSpPr>
        <p:spPr>
          <a:xfrm>
            <a:off x="548640" y="6446520"/>
            <a:ext cx="3657600" cy="228600"/>
          </a:xfrm>
          <a:prstGeom prst="rect">
            <a:avLst/>
          </a:prstGeom>
          <a:noFill/>
          <a:ln/>
        </p:spPr>
        <p:txBody>
          <a:bodyPr wrap="square" lIns="0" tIns="0" rIns="0" bIns="0" rtlCol="0" anchor="ctr"/>
          <a:lstStyle/>
          <a:p>
            <a:pPr indent="0" marL="0">
              <a:buNone/>
            </a:pPr>
            <a:r>
              <a:rPr lang="ko-KR" altLang="en-US" sz="900" dirty="0">
                <a:solidFill>
                  <a:srgbClr val="64748B"/>
                </a:solidFill>
                <a:latin typeface="Malgun Gothic" pitchFamily="34" charset="0"/>
                <a:ea typeface="Malgun Gothic" pitchFamily="34" charset="-122"/>
                <a:cs typeface="Malgun Gothic" pitchFamily="34" charset="-120"/>
              </a:rPr>
              <a:t>SafeSign PhysicalAI · 심기일전</a:t>
            </a:r>
            <a:endParaRPr lang="ko-KR" sz="900" dirty="0"/>
          </a:p>
        </p:txBody>
      </p:sp>
      <p:sp>
        <p:nvSpPr>
          <p:cNvPr id="6" name="Text 4"/>
          <p:cNvSpPr/>
          <p:nvPr/>
        </p:nvSpPr>
        <p:spPr>
          <a:xfrm>
            <a:off x="548640" y="694690"/>
            <a:ext cx="11095355" cy="659130"/>
          </a:xfrm>
          <a:prstGeom prst="rect">
            <a:avLst/>
          </a:prstGeom>
          <a:noFill/>
          <a:ln/>
        </p:spPr>
        <p:txBody>
          <a:bodyPr wrap="square" lIns="0" tIns="0" rIns="0" bIns="0" numCol="1" vert="horz" anchor="t">
            <a:noAutofit/>
          </a:bodyPr>
          <a:lstStyle/>
          <a:p>
            <a:pPr marL="0" indent="0">
              <a:buFontTx/>
              <a:buNone/>
            </a:pPr>
            <a:r>
              <a:rPr lang="ko-KR" altLang="en-US" sz="3000" b="1">
                <a:solidFill>
                  <a:srgbClr val="F1F5F9"/>
                </a:solidFill>
                <a:latin typeface="Malgun Gothic" charset="0"/>
                <a:ea typeface="Malgun Gothic" charset="0"/>
                <a:cs typeface="Malgun Gothic" charset="0"/>
              </a:rPr>
              <a:t>모델의 </a:t>
            </a:r>
            <a:r>
              <a:rPr lang="ko-KR" altLang="en-US" sz="3000" b="1">
                <a:solidFill>
                  <a:srgbClr val="F1F5F9"/>
                </a:solidFill>
                <a:latin typeface="Malgun Gothic" charset="0"/>
                <a:ea typeface="Malgun Gothic" charset="0"/>
                <a:cs typeface="Malgun Gothic" charset="0"/>
              </a:rPr>
              <a:t>특징</a:t>
            </a:r>
            <a:endParaRPr lang="ko-KR" altLang="en-US" sz="3000" b="1">
              <a:solidFill>
                <a:srgbClr val="F1F5F9"/>
              </a:solidFill>
              <a:latin typeface="Malgun Gothic" charset="0"/>
              <a:ea typeface="Malgun Gothic" charset="0"/>
              <a:cs typeface="Malgun Gothic" charset="0"/>
            </a:endParaRPr>
          </a:p>
        </p:txBody>
      </p:sp>
      <p:sp>
        <p:nvSpPr>
          <p:cNvPr id="7" name="Shape 5"/>
          <p:cNvSpPr/>
          <p:nvPr/>
        </p:nvSpPr>
        <p:spPr>
          <a:xfrm>
            <a:off x="548640" y="1508760"/>
            <a:ext cx="5410200" cy="2103120"/>
          </a:xfrm>
          <a:prstGeom prst="rect">
            <a:avLst/>
          </a:prstGeom>
          <a:solidFill>
            <a:srgbClr val="121820"/>
          </a:solidFill>
          <a:ln w="12700">
            <a:solidFill>
              <a:srgbClr val="263241"/>
            </a:solidFill>
            <a:prstDash val="solid"/>
          </a:ln>
        </p:spPr>
      </p:sp>
      <p:sp>
        <p:nvSpPr>
          <p:cNvPr id="8" name="Text 6"/>
          <p:cNvSpPr/>
          <p:nvPr/>
        </p:nvSpPr>
        <p:spPr>
          <a:xfrm>
            <a:off x="777240" y="1645920"/>
            <a:ext cx="4953000" cy="384175"/>
          </a:xfrm>
          <a:prstGeom prst="rect">
            <a:avLst/>
          </a:prstGeom>
          <a:noFill/>
          <a:ln/>
        </p:spPr>
        <p:txBody>
          <a:bodyPr wrap="square" lIns="0" tIns="0" rIns="0" bIns="0" rtlCol="0" anchor="ctr"/>
          <a:lstStyle/>
          <a:p>
            <a:pPr indent="0" marL="0">
              <a:buNone/>
            </a:pPr>
            <a:r>
              <a:rPr lang="ko-KR" altLang="en-US" sz="1700" b="1" dirty="0">
                <a:solidFill>
                  <a:srgbClr val="F1F5F9"/>
                </a:solidFill>
                <a:latin typeface="Malgun Gothic" pitchFamily="34" charset="0"/>
                <a:ea typeface="Malgun Gothic" pitchFamily="34" charset="-122"/>
                <a:cs typeface="Malgun Gothic" pitchFamily="34" charset="-120"/>
              </a:rPr>
              <a:t>정규화 — 손 위치·크기·방향 차이 없애기</a:t>
            </a:r>
            <a:endParaRPr lang="ko-KR" sz="1700" dirty="0"/>
          </a:p>
        </p:txBody>
      </p:sp>
      <p:sp>
        <p:nvSpPr>
          <p:cNvPr id="9" name="Text 7"/>
          <p:cNvSpPr/>
          <p:nvPr/>
        </p:nvSpPr>
        <p:spPr>
          <a:xfrm>
            <a:off x="777240" y="2075815"/>
            <a:ext cx="4953000" cy="1051560"/>
          </a:xfrm>
          <a:prstGeom prst="rect">
            <a:avLst/>
          </a:prstGeom>
          <a:noFill/>
          <a:ln/>
        </p:spPr>
        <p:txBody>
          <a:bodyPr wrap="square" lIns="0" tIns="0" rIns="0" bIns="0" rtlCol="0" anchor="t"/>
          <a:lstStyle/>
          <a:p>
            <a:pPr marL="342900" indent="-342900">
              <a:spcAft>
                <a:spcPts val="300"/>
              </a:spcAft>
              <a:buSzPct val="100000"/>
              <a:buChar char="•"/>
            </a:pPr>
            <a:r>
              <a:rPr lang="ko-KR" altLang="en-US" sz="1400" dirty="0">
                <a:solidFill>
                  <a:srgbClr val="94A3B8"/>
                </a:solidFill>
                <a:latin typeface="Malgun Gothic" pitchFamily="34" charset="0"/>
                <a:ea typeface="Malgun Gothic" pitchFamily="34" charset="-122"/>
                <a:cs typeface="Malgun Gothic" pitchFamily="34" charset="-120"/>
              </a:rPr>
              <a:t>왼손이면 좌우 뒤집어 오른손 기준으로</a:t>
            </a:r>
            <a:endParaRPr lang="ko-KR" sz="1400" dirty="0"/>
          </a:p>
          <a:p>
            <a:pPr marL="342900" indent="-342900">
              <a:spcAft>
                <a:spcPts val="300"/>
              </a:spcAft>
              <a:buSzPct val="100000"/>
              <a:buChar char="•"/>
            </a:pPr>
            <a:r>
              <a:rPr lang="ko-KR" altLang="en-US" sz="1400" dirty="0">
                <a:solidFill>
                  <a:srgbClr val="94A3B8"/>
                </a:solidFill>
                <a:latin typeface="Malgun Gothic" pitchFamily="34" charset="0"/>
                <a:ea typeface="Malgun Gothic" pitchFamily="34" charset="-122"/>
                <a:cs typeface="Malgun Gothic" pitchFamily="34" charset="-120"/>
              </a:rPr>
              <a:t>손목을 원점(0, 0, 0)으로 이동</a:t>
            </a:r>
            <a:endParaRPr lang="ko-KR" sz="1400" dirty="0"/>
          </a:p>
          <a:p>
            <a:pPr marL="342900" indent="-342900">
              <a:spcAft>
                <a:spcPts val="300"/>
              </a:spcAft>
              <a:buSzPct val="100000"/>
              <a:buChar char="•"/>
            </a:pPr>
            <a:r>
              <a:rPr lang="ko-KR" altLang="en-US" sz="1400" dirty="0">
                <a:solidFill>
                  <a:srgbClr val="94A3B8"/>
                </a:solidFill>
                <a:latin typeface="Malgun Gothic" pitchFamily="34" charset="0"/>
                <a:ea typeface="Malgun Gothic" pitchFamily="34" charset="-122"/>
                <a:cs typeface="Malgun Gothic" pitchFamily="34" charset="-120"/>
              </a:rPr>
              <a:t>손목~중지 뿌리 길이를 1로 맞춤</a:t>
            </a:r>
            <a:endParaRPr lang="ko-KR" sz="1400" dirty="0"/>
          </a:p>
          <a:p>
            <a:pPr marL="342900" indent="-342900">
              <a:spcAft>
                <a:spcPts val="300"/>
              </a:spcAft>
              <a:buSzPct val="100000"/>
              <a:buChar char="•"/>
            </a:pPr>
            <a:r>
              <a:rPr lang="ko-KR" altLang="en-US" sz="1400" dirty="0">
                <a:solidFill>
                  <a:srgbClr val="94A3B8"/>
                </a:solidFill>
                <a:latin typeface="Malgun Gothic" pitchFamily="34" charset="0"/>
                <a:ea typeface="Malgun Gothic" pitchFamily="34" charset="-122"/>
                <a:cs typeface="Malgun Gothic" pitchFamily="34" charset="-120"/>
              </a:rPr>
              <a:t>손바닥 방향 기준으로 회전 정렬</a:t>
            </a:r>
            <a:endParaRPr lang="ko-KR" sz="1400" dirty="0"/>
          </a:p>
        </p:txBody>
      </p:sp>
      <p:sp>
        <p:nvSpPr>
          <p:cNvPr id="10" name="Text 8"/>
          <p:cNvSpPr/>
          <p:nvPr/>
        </p:nvSpPr>
        <p:spPr>
          <a:xfrm>
            <a:off x="777240" y="3173095"/>
            <a:ext cx="4953000" cy="328930"/>
          </a:xfrm>
          <a:prstGeom prst="rect">
            <a:avLst/>
          </a:prstGeom>
          <a:noFill/>
          <a:ln/>
        </p:spPr>
        <p:txBody>
          <a:bodyPr wrap="square" lIns="0" tIns="0" rIns="0" bIns="0" rtlCol="0" anchor="ctr"/>
          <a:lstStyle/>
          <a:p>
            <a:pPr indent="0" marL="0">
              <a:buNone/>
            </a:pPr>
            <a:r>
              <a:rPr lang="ko-KR" altLang="en-US" sz="1400" b="1" dirty="0">
                <a:solidFill>
                  <a:srgbClr val="F1F5F9"/>
                </a:solidFill>
                <a:latin typeface="Malgun Gothic" pitchFamily="34" charset="0"/>
                <a:ea typeface="Malgun Gothic" pitchFamily="34" charset="-122"/>
                <a:cs typeface="Malgun Gothic" pitchFamily="34" charset="-120"/>
              </a:rPr>
              <a:t>→ 카메라 거리 · 손 크기 · 손 위치와 무관한 좌표</a:t>
            </a:r>
            <a:endParaRPr lang="ko-KR" sz="1400" dirty="0"/>
          </a:p>
        </p:txBody>
      </p:sp>
      <p:sp>
        <p:nvSpPr>
          <p:cNvPr id="11" name="Shape 9"/>
          <p:cNvSpPr/>
          <p:nvPr/>
        </p:nvSpPr>
        <p:spPr>
          <a:xfrm>
            <a:off x="6233160" y="1508760"/>
            <a:ext cx="5410200" cy="2103120"/>
          </a:xfrm>
          <a:prstGeom prst="rect">
            <a:avLst/>
          </a:prstGeom>
          <a:solidFill>
            <a:srgbClr val="121820"/>
          </a:solidFill>
          <a:ln w="12700">
            <a:solidFill>
              <a:srgbClr val="263241"/>
            </a:solidFill>
            <a:prstDash val="solid"/>
          </a:ln>
        </p:spPr>
      </p:sp>
      <p:sp>
        <p:nvSpPr>
          <p:cNvPr id="12" name="Text 10"/>
          <p:cNvSpPr/>
          <p:nvPr/>
        </p:nvSpPr>
        <p:spPr>
          <a:xfrm>
            <a:off x="6461760" y="1645920"/>
            <a:ext cx="4953000" cy="384175"/>
          </a:xfrm>
          <a:prstGeom prst="rect">
            <a:avLst/>
          </a:prstGeom>
          <a:noFill/>
          <a:ln/>
        </p:spPr>
        <p:txBody>
          <a:bodyPr wrap="square" lIns="0" tIns="0" rIns="0" bIns="0" rtlCol="0" anchor="ctr"/>
          <a:lstStyle/>
          <a:p>
            <a:pPr indent="0" marL="0">
              <a:buNone/>
            </a:pPr>
            <a:r>
              <a:rPr lang="ko-KR" altLang="en-US" sz="1700" b="1" dirty="0">
                <a:solidFill>
                  <a:srgbClr val="F1F5F9"/>
                </a:solidFill>
                <a:latin typeface="Malgun Gothic" pitchFamily="34" charset="0"/>
                <a:ea typeface="Malgun Gothic" pitchFamily="34" charset="-122"/>
                <a:cs typeface="Malgun Gothic" pitchFamily="34" charset="-120"/>
              </a:rPr>
              <a:t>특징 23개 — 좌표 대신 손가락 상태</a:t>
            </a:r>
            <a:endParaRPr lang="ko-KR" sz="1700" dirty="0"/>
          </a:p>
        </p:txBody>
      </p:sp>
      <p:sp>
        <p:nvSpPr>
          <p:cNvPr id="13" name="Text 11"/>
          <p:cNvSpPr/>
          <p:nvPr/>
        </p:nvSpPr>
        <p:spPr>
          <a:xfrm>
            <a:off x="6461760" y="2075815"/>
            <a:ext cx="4953000" cy="1051560"/>
          </a:xfrm>
          <a:prstGeom prst="rect">
            <a:avLst/>
          </a:prstGeom>
          <a:noFill/>
          <a:ln/>
        </p:spPr>
        <p:txBody>
          <a:bodyPr wrap="square" lIns="0" tIns="0" rIns="0" bIns="0" rtlCol="0" anchor="t"/>
          <a:lstStyle/>
          <a:p>
            <a:pPr marL="342900" indent="-342900">
              <a:spcAft>
                <a:spcPts val="300"/>
              </a:spcAft>
              <a:buSzPct val="100000"/>
              <a:buChar char="•"/>
            </a:pPr>
            <a:r>
              <a:rPr lang="ko-KR" altLang="en-US" sz="1400" dirty="0">
                <a:solidFill>
                  <a:srgbClr val="94A3B8"/>
                </a:solidFill>
                <a:latin typeface="Malgun Gothic" pitchFamily="34" charset="0"/>
                <a:ea typeface="Malgun Gothic" pitchFamily="34" charset="-122"/>
                <a:cs typeface="Malgun Gothic" pitchFamily="34" charset="-120"/>
              </a:rPr>
              <a:t>굽힘 5 · 펴진 방향 5 (손가락마다)</a:t>
            </a:r>
            <a:endParaRPr lang="ko-KR" sz="1400" dirty="0"/>
          </a:p>
          <a:p>
            <a:pPr marL="342900" indent="-342900">
              <a:spcAft>
                <a:spcPts val="300"/>
              </a:spcAft>
              <a:buSzPct val="100000"/>
              <a:buChar char="•"/>
            </a:pPr>
            <a:r>
              <a:rPr lang="ko-KR" altLang="en-US" sz="1400" dirty="0">
                <a:solidFill>
                  <a:srgbClr val="94A3B8"/>
                </a:solidFill>
                <a:latin typeface="Malgun Gothic" pitchFamily="34" charset="0"/>
                <a:ea typeface="Malgun Gothic" pitchFamily="34" charset="-122"/>
                <a:cs typeface="Malgun Gothic" pitchFamily="34" charset="-120"/>
              </a:rPr>
              <a:t>손끝~손목 거리 5</a:t>
            </a:r>
            <a:endParaRPr lang="ko-KR" sz="1400" dirty="0"/>
          </a:p>
          <a:p>
            <a:pPr marL="342900" indent="-342900">
              <a:spcAft>
                <a:spcPts val="300"/>
              </a:spcAft>
              <a:buSzPct val="100000"/>
              <a:buChar char="•"/>
            </a:pPr>
            <a:r>
              <a:rPr lang="ko-KR" altLang="en-US" sz="1400" dirty="0">
                <a:solidFill>
                  <a:srgbClr val="94A3B8"/>
                </a:solidFill>
                <a:latin typeface="Malgun Gothic" pitchFamily="34" charset="0"/>
                <a:ea typeface="Malgun Gothic" pitchFamily="34" charset="-122"/>
                <a:cs typeface="Malgun Gothic" pitchFamily="34" charset="-120"/>
              </a:rPr>
              <a:t>이웃 손끝 간격 4 · 엄지~손끝 거리 4</a:t>
            </a:r>
            <a:endParaRPr lang="ko-KR" sz="1400" dirty="0"/>
          </a:p>
        </p:txBody>
      </p:sp>
      <p:sp>
        <p:nvSpPr>
          <p:cNvPr id="14" name="Text 12"/>
          <p:cNvSpPr/>
          <p:nvPr/>
        </p:nvSpPr>
        <p:spPr>
          <a:xfrm>
            <a:off x="6461760" y="3173095"/>
            <a:ext cx="4953000" cy="328930"/>
          </a:xfrm>
          <a:prstGeom prst="rect">
            <a:avLst/>
          </a:prstGeom>
          <a:noFill/>
          <a:ln/>
        </p:spPr>
        <p:txBody>
          <a:bodyPr wrap="square" lIns="0" tIns="0" rIns="0" bIns="0" rtlCol="0" anchor="ctr"/>
          <a:lstStyle/>
          <a:p>
            <a:pPr indent="0" marL="0">
              <a:buNone/>
            </a:pPr>
            <a:r>
              <a:rPr lang="ko-KR" altLang="en-US" sz="1400" b="1" dirty="0">
                <a:solidFill>
                  <a:srgbClr val="F1F5F9"/>
                </a:solidFill>
                <a:latin typeface="Malgun Gothic" pitchFamily="34" charset="0"/>
                <a:ea typeface="Malgun Gothic" pitchFamily="34" charset="-122"/>
                <a:cs typeface="Malgun Gothic" pitchFamily="34" charset="-120"/>
              </a:rPr>
              <a:t>→ 좌표 그대로 77.6% → 특징 23개 88.7%</a:t>
            </a:r>
            <a:endParaRPr lang="ko-KR" sz="1400" dirty="0"/>
          </a:p>
        </p:txBody>
      </p:sp>
      <p:sp>
        <p:nvSpPr>
          <p:cNvPr id="15" name="Shape 13"/>
          <p:cNvSpPr>
            <a:spLocks/>
          </p:cNvSpPr>
          <p:nvPr/>
        </p:nvSpPr>
        <p:spPr>
          <a:xfrm rot="0">
            <a:off x="548640" y="3824605"/>
            <a:ext cx="5410835" cy="2103755"/>
          </a:xfrm>
          <a:prstGeom prst="rect"/>
          <a:solidFill>
            <a:srgbClr val="121820"/>
          </a:solidFill>
          <a:ln w="12700" cap="flat" cmpd="sng">
            <a:solidFill>
              <a:srgbClr val="263241">
                <a:alpha val="100000"/>
              </a:srgbClr>
            </a:solidFill>
            <a:prstDash val="solid"/>
          </a:ln>
        </p:spPr>
        <p:txBody>
          <a:bodyPr wrap="square" lIns="0" tIns="0" rIns="0" bIns="0" vert="horz" anchor="t">
            <a:noAutofit/>
          </a:bodyPr>
          <a:lstStyle/>
          <a:p>
            <a:pPr marL="0" indent="0"/>
            <a:endParaRPr lang="ko-KR" altLang="en-US"/>
          </a:p>
        </p:txBody>
      </p:sp>
      <p:sp>
        <p:nvSpPr>
          <p:cNvPr id="16" name="Text 14"/>
          <p:cNvSpPr>
            <a:spLocks/>
          </p:cNvSpPr>
          <p:nvPr/>
        </p:nvSpPr>
        <p:spPr>
          <a:xfrm rot="0">
            <a:off x="753745" y="3950335"/>
            <a:ext cx="4953635" cy="384810"/>
          </a:xfrm>
          <a:prstGeom prst="rect"/>
          <a:noFill/>
          <a:ln cap="flat" cmpd="sng">
            <a:prstDash/>
          </a:ln>
        </p:spPr>
        <p:txBody>
          <a:bodyPr wrap="square" lIns="0" tIns="0" rIns="0" bIns="0" numCol="1" vert="horz" anchor="ctr">
            <a:noAutofit/>
          </a:bodyPr>
          <a:lstStyle/>
          <a:p>
            <a:pPr marL="0" indent="0">
              <a:buFontTx/>
              <a:buNone/>
            </a:pPr>
            <a:r>
              <a:rPr lang="ko-KR" altLang="en-US" sz="1700" b="1">
                <a:solidFill>
                  <a:srgbClr val="F1F5F9"/>
                </a:solidFill>
                <a:latin typeface="Malgun Gothic" charset="0"/>
                <a:ea typeface="Malgun Gothic" charset="0"/>
                <a:cs typeface="Malgun Gothic" charset="0"/>
              </a:rPr>
              <a:t>SVM 학습</a:t>
            </a:r>
            <a:endParaRPr lang="ko-KR" altLang="en-US" sz="1700" b="1">
              <a:solidFill>
                <a:srgbClr val="F1F5F9"/>
              </a:solidFill>
              <a:latin typeface="Malgun Gothic" charset="0"/>
              <a:ea typeface="Malgun Gothic" charset="0"/>
              <a:cs typeface="Malgun Gothic" charset="0"/>
            </a:endParaRPr>
          </a:p>
        </p:txBody>
      </p:sp>
      <p:sp>
        <p:nvSpPr>
          <p:cNvPr id="17" name="Text 15"/>
          <p:cNvSpPr>
            <a:spLocks/>
          </p:cNvSpPr>
          <p:nvPr/>
        </p:nvSpPr>
        <p:spPr>
          <a:xfrm rot="0">
            <a:off x="753745" y="4368800"/>
            <a:ext cx="4953635" cy="1052195"/>
          </a:xfrm>
          <a:prstGeom prst="rect"/>
          <a:noFill/>
          <a:ln cap="flat" cmpd="sng">
            <a:prstDash/>
          </a:ln>
        </p:spPr>
        <p:txBody>
          <a:bodyPr wrap="square" lIns="0" tIns="0" rIns="0" bIns="0" numCol="1" vert="horz" anchor="t">
            <a:noAutofit/>
          </a:bodyPr>
          <a:lstStyle/>
          <a:p>
            <a:pPr marL="342900" indent="-342900">
              <a:spcAft>
                <a:spcPts val="300"/>
              </a:spcAft>
              <a:buFont typeface="Malgun Gothic"/>
              <a:buChar char="•"/>
            </a:pPr>
            <a:r>
              <a:rPr lang="ko-KR" altLang="en-US" sz="1400">
                <a:solidFill>
                  <a:srgbClr val="94A3B8"/>
                </a:solidFill>
                <a:latin typeface="Malgun Gothic" charset="0"/>
                <a:ea typeface="Malgun Gothic" charset="0"/>
                <a:cs typeface="Malgun Gothic" charset="0"/>
              </a:rPr>
              <a:t>공개 데이터 27,735건, 학습 16초</a:t>
            </a:r>
            <a:endParaRPr lang="ko-KR" altLang="en-US" sz="1400">
              <a:solidFill>
                <a:srgbClr val="94A3B8"/>
              </a:solidFill>
              <a:latin typeface="Malgun Gothic" charset="0"/>
              <a:ea typeface="Malgun Gothic" charset="0"/>
              <a:cs typeface="Malgun Gothic" charset="0"/>
            </a:endParaRPr>
          </a:p>
          <a:p>
            <a:pPr marL="342900" indent="-342900">
              <a:spcAft>
                <a:spcPts val="300"/>
              </a:spcAft>
              <a:buFont typeface="Malgun Gothic"/>
              <a:buChar char="•"/>
            </a:pPr>
            <a:r>
              <a:rPr lang="ko-KR" altLang="en-US" sz="1400">
                <a:solidFill>
                  <a:srgbClr val="94A3B8"/>
                </a:solidFill>
                <a:latin typeface="Malgun Gothic" charset="0"/>
                <a:ea typeface="Malgun Gothic" charset="0"/>
                <a:cs typeface="Malgun Gothic" charset="0"/>
              </a:rPr>
              <a:t>값의 크기를 맞춘 뒤(표준화) RBF 커널 SVM, C = 10</a:t>
            </a:r>
            <a:endParaRPr lang="ko-KR" altLang="en-US" sz="1400">
              <a:solidFill>
                <a:srgbClr val="94A3B8"/>
              </a:solidFill>
              <a:latin typeface="Malgun Gothic" charset="0"/>
              <a:ea typeface="Malgun Gothic" charset="0"/>
              <a:cs typeface="Malgun Gothic" charset="0"/>
            </a:endParaRPr>
          </a:p>
          <a:p>
            <a:pPr marL="342900" indent="-342900">
              <a:spcAft>
                <a:spcPts val="300"/>
              </a:spcAft>
              <a:buFont typeface="Malgun Gothic"/>
              <a:buChar char="•"/>
            </a:pPr>
            <a:r>
              <a:rPr lang="ko-KR" altLang="en-US" sz="1400">
                <a:solidFill>
                  <a:srgbClr val="94A3B8"/>
                </a:solidFill>
                <a:latin typeface="Malgun Gothic" charset="0"/>
                <a:ea typeface="Malgun Gothic" charset="0"/>
                <a:cs typeface="Malgun Gothic" charset="0"/>
              </a:rPr>
              <a:t>클래스 수 차이(최대 18배) 보정 + 정지에 가중 10배</a:t>
            </a:r>
            <a:endParaRPr lang="ko-KR" altLang="en-US" sz="1400">
              <a:solidFill>
                <a:srgbClr val="94A3B8"/>
              </a:solidFill>
              <a:latin typeface="Malgun Gothic" charset="0"/>
              <a:ea typeface="Malgun Gothic" charset="0"/>
              <a:cs typeface="Malgun Gothic" charset="0"/>
            </a:endParaRPr>
          </a:p>
          <a:p>
            <a:pPr marL="342900" indent="-342900">
              <a:spcAft>
                <a:spcPts val="300"/>
              </a:spcAft>
              <a:buFont typeface="Malgun Gothic"/>
              <a:buChar char="•"/>
            </a:pPr>
            <a:r>
              <a:rPr lang="ko-KR" altLang="en-US" sz="1400">
                <a:solidFill>
                  <a:srgbClr val="94A3B8"/>
                </a:solidFill>
                <a:latin typeface="Malgun Gothic" charset="0"/>
                <a:ea typeface="Malgun Gothic" charset="0"/>
                <a:cs typeface="Malgun Gothic" charset="0"/>
              </a:rPr>
              <a:t>확률 보정으로 7종 확률 출력</a:t>
            </a:r>
            <a:endParaRPr lang="ko-KR" altLang="en-US" sz="1400">
              <a:solidFill>
                <a:srgbClr val="94A3B8"/>
              </a:solidFill>
              <a:latin typeface="Malgun Gothic" charset="0"/>
              <a:ea typeface="Malgun Gothic" charset="0"/>
              <a:cs typeface="Malgun Gothic" charset="0"/>
            </a:endParaRPr>
          </a:p>
        </p:txBody>
      </p:sp>
      <p:sp>
        <p:nvSpPr>
          <p:cNvPr id="18" name="Text 16"/>
          <p:cNvSpPr/>
          <p:nvPr/>
        </p:nvSpPr>
        <p:spPr>
          <a:xfrm>
            <a:off x="777240" y="5477510"/>
            <a:ext cx="4953000" cy="328930"/>
          </a:xfrm>
          <a:prstGeom prst="rect">
            <a:avLst/>
          </a:prstGeom>
          <a:noFill/>
          <a:ln/>
        </p:spPr>
        <p:txBody>
          <a:bodyPr wrap="square" lIns="0" tIns="0" rIns="0" bIns="0" rtlCol="0" anchor="ctr"/>
          <a:lstStyle/>
          <a:p>
            <a:pPr indent="0" marL="0">
              <a:buNone/>
            </a:pPr>
            <a:r>
              <a:rPr lang="ko-KR" altLang="en-US" sz="1400" b="1" dirty="0">
                <a:solidFill>
                  <a:srgbClr val="F1F5F9"/>
                </a:solidFill>
                <a:latin typeface="Malgun Gothic" pitchFamily="34" charset="0"/>
                <a:ea typeface="Malgun Gothic" pitchFamily="34" charset="-122"/>
                <a:cs typeface="Malgun Gothic" pitchFamily="34" charset="-120"/>
              </a:rPr>
              <a:t>→ 위험한 ‘정지’를 놓치지 않게 가중</a:t>
            </a:r>
            <a:endParaRPr lang="ko-KR" sz="1400" dirty="0"/>
          </a:p>
        </p:txBody>
      </p:sp>
      <p:sp>
        <p:nvSpPr>
          <p:cNvPr id="19" name="Shape 17"/>
          <p:cNvSpPr/>
          <p:nvPr/>
        </p:nvSpPr>
        <p:spPr>
          <a:xfrm>
            <a:off x="6233160" y="3813175"/>
            <a:ext cx="5410200" cy="2103120"/>
          </a:xfrm>
          <a:prstGeom prst="rect">
            <a:avLst/>
          </a:prstGeom>
          <a:solidFill>
            <a:srgbClr val="121820"/>
          </a:solidFill>
          <a:ln w="12700">
            <a:solidFill>
              <a:srgbClr val="F97316"/>
            </a:solidFill>
            <a:prstDash val="solid"/>
          </a:ln>
        </p:spPr>
      </p:sp>
      <p:sp>
        <p:nvSpPr>
          <p:cNvPr id="20" name="Text 18"/>
          <p:cNvSpPr/>
          <p:nvPr/>
        </p:nvSpPr>
        <p:spPr>
          <a:xfrm>
            <a:off x="6461760" y="3950335"/>
            <a:ext cx="4953000" cy="384175"/>
          </a:xfrm>
          <a:prstGeom prst="rect">
            <a:avLst/>
          </a:prstGeom>
          <a:noFill/>
          <a:ln/>
        </p:spPr>
        <p:txBody>
          <a:bodyPr wrap="square" lIns="0" tIns="0" rIns="0" bIns="0" rtlCol="0" anchor="ctr"/>
          <a:lstStyle/>
          <a:p>
            <a:pPr indent="0" marL="0">
              <a:buNone/>
            </a:pPr>
            <a:r>
              <a:rPr lang="ko-KR" altLang="en-US" sz="1700" b="1" dirty="0">
                <a:solidFill>
                  <a:srgbClr val="F97316"/>
                </a:solidFill>
                <a:latin typeface="Malgun Gothic" pitchFamily="34" charset="0"/>
                <a:ea typeface="Malgun Gothic" pitchFamily="34" charset="-122"/>
                <a:cs typeface="Malgun Gothic" pitchFamily="34" charset="-120"/>
              </a:rPr>
              <a:t>판정 기준 확률 0.75 — 왜 0.75인가</a:t>
            </a:r>
            <a:endParaRPr lang="ko-KR" sz="1700" dirty="0"/>
          </a:p>
        </p:txBody>
      </p:sp>
      <p:sp>
        <p:nvSpPr>
          <p:cNvPr id="21" name="Text 19"/>
          <p:cNvSpPr/>
          <p:nvPr/>
        </p:nvSpPr>
        <p:spPr>
          <a:xfrm>
            <a:off x="6461760" y="4380230"/>
            <a:ext cx="4953000" cy="1051560"/>
          </a:xfrm>
          <a:prstGeom prst="rect">
            <a:avLst/>
          </a:prstGeom>
          <a:noFill/>
          <a:ln/>
        </p:spPr>
        <p:txBody>
          <a:bodyPr wrap="square" lIns="0" tIns="0" rIns="0" bIns="0" rtlCol="0" anchor="t"/>
          <a:lstStyle/>
          <a:p>
            <a:pPr marL="342900" indent="-342900">
              <a:spcAft>
                <a:spcPts val="300"/>
              </a:spcAft>
              <a:buSzPct val="100000"/>
              <a:buChar char="•"/>
            </a:pPr>
            <a:r>
              <a:rPr lang="ko-KR" altLang="en-US" sz="1400" dirty="0">
                <a:solidFill>
                  <a:srgbClr val="94A3B8"/>
                </a:solidFill>
                <a:latin typeface="Malgun Gothic" pitchFamily="34" charset="0"/>
                <a:ea typeface="Malgun Gothic" pitchFamily="34" charset="-122"/>
                <a:cs typeface="Malgun Gothic" pitchFamily="34" charset="-120"/>
              </a:rPr>
              <a:t>시작: 0.5(거의 다 통과)와 0.9(재시도 잦음) 사이의 중간값</a:t>
            </a:r>
            <a:endParaRPr lang="ko-KR" sz="1400" dirty="0"/>
          </a:p>
          <a:p>
            <a:pPr marL="342900" indent="-342900">
              <a:spcAft>
                <a:spcPts val="300"/>
              </a:spcAft>
              <a:buSzPct val="100000"/>
              <a:buChar char="•"/>
            </a:pPr>
            <a:r>
              <a:rPr lang="ko-KR" altLang="en-US" sz="1400" dirty="0">
                <a:solidFill>
                  <a:srgbClr val="94A3B8"/>
                </a:solidFill>
                <a:latin typeface="Malgun Gothic" pitchFamily="34" charset="0"/>
                <a:ea typeface="Malgun Gothic" pitchFamily="34" charset="-122"/>
                <a:cs typeface="Malgun Gothic" pitchFamily="34" charset="-120"/>
              </a:rPr>
              <a:t>최종 210시도로 확인: 0.50~0.80은 결과 같음</a:t>
            </a:r>
            <a:endParaRPr lang="ko-KR" sz="1400" dirty="0"/>
          </a:p>
          <a:p>
            <a:pPr marL="342900" indent="-342900">
              <a:spcAft>
                <a:spcPts val="300"/>
              </a:spcAft>
              <a:buSzPct val="100000"/>
              <a:buChar char="•"/>
            </a:pPr>
            <a:r>
              <a:rPr lang="ko-KR" altLang="en-US" sz="1400" dirty="0">
                <a:solidFill>
                  <a:srgbClr val="94A3B8"/>
                </a:solidFill>
                <a:latin typeface="Malgun Gothic" pitchFamily="34" charset="0"/>
                <a:ea typeface="Malgun Gothic" pitchFamily="34" charset="-122"/>
                <a:cs typeface="Malgun Gothic" pitchFamily="34" charset="-120"/>
              </a:rPr>
              <a:t>0.85부터는 바르게 한 손도 막기 시작</a:t>
            </a:r>
            <a:endParaRPr lang="ko-KR" sz="1400" dirty="0"/>
          </a:p>
        </p:txBody>
      </p:sp>
      <p:sp>
        <p:nvSpPr>
          <p:cNvPr id="22" name="Text 20"/>
          <p:cNvSpPr/>
          <p:nvPr/>
        </p:nvSpPr>
        <p:spPr>
          <a:xfrm>
            <a:off x="6461760" y="5477510"/>
            <a:ext cx="4953000" cy="328930"/>
          </a:xfrm>
          <a:prstGeom prst="rect">
            <a:avLst/>
          </a:prstGeom>
          <a:noFill/>
          <a:ln/>
        </p:spPr>
        <p:txBody>
          <a:bodyPr wrap="square" lIns="0" tIns="0" rIns="0" bIns="0" rtlCol="0" anchor="ctr"/>
          <a:lstStyle/>
          <a:p>
            <a:pPr indent="0" marL="0">
              <a:buNone/>
            </a:pPr>
            <a:r>
              <a:rPr lang="ko-KR" altLang="en-US" sz="1400" b="1" dirty="0">
                <a:solidFill>
                  <a:srgbClr val="F1F5F9"/>
                </a:solidFill>
                <a:latin typeface="Malgun Gothic" pitchFamily="34" charset="0"/>
                <a:ea typeface="Malgun Gothic" pitchFamily="34" charset="-122"/>
                <a:cs typeface="Malgun Gothic" pitchFamily="34" charset="-120"/>
              </a:rPr>
              <a:t>→ 과하게 막는 구간과 거리를 둔 0.75 유지</a:t>
            </a:r>
            <a:endParaRPr lang="ko-KR" sz="1400"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xmlns:p14="http://schemas.microsoft.com/office/powerpoint/2010/main">
  <p:cSld name="Slide 8">
    <p:bg>
      <p:bgPr>
        <a:solidFill>
          <a:srgbClr val="0D1217"/>
        </a:solidFill>
      </p:bgPr>
    </p:bg>
    <p:spTree>
      <p:nvGrpSpPr>
        <p:cNvPr id="1" name=""/>
        <p:cNvGrpSpPr/>
        <p:nvPr/>
      </p:nvGrpSpPr>
      <p:grpSpPr>
        <a:xfrm>
          <a:off x="0" y="0"/>
          <a:ext cx="0" cy="0"/>
          <a:chOff x="0" y="0"/>
          <a:chExt cx="0" cy="0"/>
        </a:xfrm>
      </p:grpSpPr>
      <p:sp>
        <p:nvSpPr>
          <p:cNvPr id="2" name="Shape 0"/>
          <p:cNvSpPr/>
          <p:nvPr/>
        </p:nvSpPr>
        <p:spPr>
          <a:xfrm>
            <a:off x="548640" y="457200"/>
            <a:ext cx="100330" cy="100330"/>
          </a:xfrm>
          <a:prstGeom prst="rect">
            <a:avLst/>
          </a:prstGeom>
          <a:solidFill>
            <a:srgbClr val="F97316"/>
          </a:solidFill>
          <a:ln w="12700">
            <a:solidFill>
              <a:srgbClr val="F97316"/>
            </a:solidFill>
            <a:prstDash val="solid"/>
          </a:ln>
        </p:spPr>
      </p:sp>
      <p:sp>
        <p:nvSpPr>
          <p:cNvPr id="3" name="Text 1"/>
          <p:cNvSpPr/>
          <p:nvPr/>
        </p:nvSpPr>
        <p:spPr>
          <a:xfrm>
            <a:off x="749935" y="356870"/>
            <a:ext cx="7315200" cy="292735"/>
          </a:xfrm>
          <a:prstGeom prst="rect">
            <a:avLst/>
          </a:prstGeom>
          <a:noFill/>
          <a:ln/>
        </p:spPr>
        <p:txBody>
          <a:bodyPr wrap="square" lIns="0" tIns="0" rIns="0" bIns="0" rtlCol="0" anchor="ctr"/>
          <a:lstStyle/>
          <a:p>
            <a:pPr indent="0" marL="0">
              <a:buNone/>
            </a:pPr>
            <a:r>
              <a:rPr lang="ko-KR" altLang="en-US" sz="1200" dirty="0">
                <a:solidFill>
                  <a:srgbClr val="94A3B8"/>
                </a:solidFill>
                <a:latin typeface="Malgun Gothic" pitchFamily="34" charset="0"/>
                <a:ea typeface="Malgun Gothic" pitchFamily="34" charset="-122"/>
                <a:cs typeface="Malgun Gothic" pitchFamily="34" charset="-120"/>
              </a:rPr>
              <a:t>08   교육 과정</a:t>
            </a:r>
            <a:endParaRPr lang="ko-KR" sz="1200" dirty="0"/>
          </a:p>
        </p:txBody>
      </p:sp>
      <p:sp>
        <p:nvSpPr>
          <p:cNvPr id="4" name="Text 2"/>
          <p:cNvSpPr/>
          <p:nvPr/>
        </p:nvSpPr>
        <p:spPr>
          <a:xfrm>
            <a:off x="10546080" y="6446520"/>
            <a:ext cx="1097280" cy="228600"/>
          </a:xfrm>
          <a:prstGeom prst="rect">
            <a:avLst/>
          </a:prstGeom>
          <a:noFill/>
          <a:ln/>
        </p:spPr>
        <p:txBody>
          <a:bodyPr wrap="square" lIns="0" tIns="0" rIns="0" bIns="0" rtlCol="0" anchor="ctr"/>
          <a:lstStyle/>
          <a:p>
            <a:pPr algn="r" indent="0" marL="0">
              <a:buNone/>
            </a:pPr>
            <a:r>
              <a:rPr lang="ko-KR" altLang="en-US" sz="900" dirty="0">
                <a:solidFill>
                  <a:srgbClr val="64748B"/>
                </a:solidFill>
                <a:latin typeface="Consolas" pitchFamily="34" charset="0"/>
                <a:ea typeface="Consolas" pitchFamily="34" charset="-122"/>
                <a:cs typeface="Consolas" pitchFamily="34" charset="-120"/>
              </a:rPr>
              <a:t>08 / 15</a:t>
            </a:r>
            <a:endParaRPr lang="ko-KR" sz="900" dirty="0"/>
          </a:p>
        </p:txBody>
      </p:sp>
      <p:sp>
        <p:nvSpPr>
          <p:cNvPr id="5" name="Text 3"/>
          <p:cNvSpPr/>
          <p:nvPr/>
        </p:nvSpPr>
        <p:spPr>
          <a:xfrm>
            <a:off x="548640" y="6446520"/>
            <a:ext cx="3657600" cy="228600"/>
          </a:xfrm>
          <a:prstGeom prst="rect">
            <a:avLst/>
          </a:prstGeom>
          <a:noFill/>
          <a:ln/>
        </p:spPr>
        <p:txBody>
          <a:bodyPr wrap="square" lIns="0" tIns="0" rIns="0" bIns="0" rtlCol="0" anchor="ctr"/>
          <a:lstStyle/>
          <a:p>
            <a:pPr indent="0" marL="0">
              <a:buNone/>
            </a:pPr>
            <a:r>
              <a:rPr lang="ko-KR" altLang="en-US" sz="900" dirty="0">
                <a:solidFill>
                  <a:srgbClr val="64748B"/>
                </a:solidFill>
                <a:latin typeface="Malgun Gothic" pitchFamily="34" charset="0"/>
                <a:ea typeface="Malgun Gothic" pitchFamily="34" charset="-122"/>
                <a:cs typeface="Malgun Gothic" pitchFamily="34" charset="-120"/>
              </a:rPr>
              <a:t>SafeSign PhysicalAI · 심기일전</a:t>
            </a:r>
            <a:endParaRPr lang="ko-KR" sz="900" dirty="0"/>
          </a:p>
        </p:txBody>
      </p:sp>
      <p:sp>
        <p:nvSpPr>
          <p:cNvPr id="6" name="Text 4"/>
          <p:cNvSpPr/>
          <p:nvPr/>
        </p:nvSpPr>
        <p:spPr>
          <a:xfrm>
            <a:off x="548640" y="694690"/>
            <a:ext cx="11095355" cy="659130"/>
          </a:xfrm>
          <a:prstGeom prst="rect">
            <a:avLst/>
          </a:prstGeom>
          <a:noFill/>
          <a:ln/>
        </p:spPr>
        <p:txBody>
          <a:bodyPr wrap="square" lIns="0" tIns="0" rIns="0" bIns="0" numCol="1" vert="horz" anchor="t">
            <a:noAutofit/>
          </a:bodyPr>
          <a:lstStyle/>
          <a:p>
            <a:pPr marL="0" indent="0">
              <a:buFontTx/>
              <a:buNone/>
            </a:pPr>
            <a:r>
              <a:rPr lang="ko-KR" altLang="en-US" sz="3000" b="1">
                <a:solidFill>
                  <a:srgbClr val="F1F5F9"/>
                </a:solidFill>
                <a:latin typeface="Malgun Gothic" charset="0"/>
                <a:ea typeface="Malgun Gothic" charset="0"/>
                <a:cs typeface="Malgun Gothic" charset="0"/>
              </a:rPr>
              <a:t>수신호 7종</a:t>
            </a:r>
            <a:endParaRPr lang="ko-KR" altLang="en-US" sz="3000" b="1">
              <a:solidFill>
                <a:srgbClr val="F1F5F9"/>
              </a:solidFill>
              <a:latin typeface="Malgun Gothic" charset="0"/>
              <a:ea typeface="Malgun Gothic" charset="0"/>
              <a:cs typeface="Malgun Gothic" charset="0"/>
            </a:endParaRPr>
          </a:p>
        </p:txBody>
      </p:sp>
      <p:sp>
        <p:nvSpPr>
          <p:cNvPr id="7" name="Text 5"/>
          <p:cNvSpPr/>
          <p:nvPr/>
        </p:nvSpPr>
        <p:spPr>
          <a:xfrm>
            <a:off x="548640" y="1536065"/>
            <a:ext cx="7752080" cy="274320"/>
          </a:xfrm>
          <a:prstGeom prst="rect">
            <a:avLst/>
          </a:prstGeom>
          <a:noFill/>
          <a:ln/>
        </p:spPr>
        <p:txBody>
          <a:bodyPr wrap="square" lIns="0" tIns="0" rIns="0" bIns="0" rtlCol="0" anchor="ctr"/>
          <a:lstStyle/>
          <a:p>
            <a:pPr indent="0" marL="0">
              <a:buNone/>
            </a:pPr>
            <a:r>
              <a:rPr lang="ko-KR" altLang="en-US" sz="1300" b="1" dirty="0">
                <a:solidFill>
                  <a:srgbClr val="94A3B8"/>
                </a:solidFill>
                <a:latin typeface="Malgun Gothic" pitchFamily="34" charset="0"/>
                <a:ea typeface="Malgun Gothic" pitchFamily="34" charset="-122"/>
                <a:cs typeface="Malgun Gothic" pitchFamily="34" charset="-120"/>
              </a:rPr>
              <a:t>크레인 표준신호를 손 모양으로 재해석 (표준은 팔 동작)</a:t>
            </a:r>
            <a:endParaRPr lang="ko-KR" sz="1300" dirty="0"/>
          </a:p>
        </p:txBody>
      </p:sp>
      <p:sp>
        <p:nvSpPr>
          <p:cNvPr id="8" name="Text 6"/>
          <p:cNvSpPr/>
          <p:nvPr/>
        </p:nvSpPr>
        <p:spPr>
          <a:xfrm>
            <a:off x="8630285" y="1536065"/>
            <a:ext cx="2867025" cy="274320"/>
          </a:xfrm>
          <a:prstGeom prst="rect">
            <a:avLst/>
          </a:prstGeom>
          <a:noFill/>
          <a:ln/>
        </p:spPr>
        <p:txBody>
          <a:bodyPr wrap="square" lIns="0" tIns="0" rIns="0" bIns="0" rtlCol="0" anchor="ctr"/>
          <a:lstStyle/>
          <a:p>
            <a:pPr indent="0" marL="0">
              <a:buNone/>
            </a:pPr>
            <a:r>
              <a:rPr lang="ko-KR" altLang="en-US" sz="1300" b="1" dirty="0">
                <a:solidFill>
                  <a:srgbClr val="94A3B8"/>
                </a:solidFill>
                <a:latin typeface="Malgun Gothic" pitchFamily="34" charset="0"/>
                <a:ea typeface="Malgun Gothic" pitchFamily="34" charset="-122"/>
                <a:cs typeface="Malgun Gothic" pitchFamily="34" charset="-120"/>
              </a:rPr>
              <a:t>자체 지정</a:t>
            </a:r>
            <a:endParaRPr lang="ko-KR" sz="1300" dirty="0"/>
          </a:p>
        </p:txBody>
      </p:sp>
      <p:sp>
        <p:nvSpPr>
          <p:cNvPr id="9" name="Shape 7"/>
          <p:cNvSpPr/>
          <p:nvPr/>
        </p:nvSpPr>
        <p:spPr>
          <a:xfrm>
            <a:off x="548640" y="1965960"/>
            <a:ext cx="1433195" cy="2941955"/>
          </a:xfrm>
          <a:prstGeom prst="rect">
            <a:avLst/>
          </a:prstGeom>
          <a:solidFill>
            <a:srgbClr val="121820"/>
          </a:solidFill>
          <a:ln w="12700">
            <a:solidFill>
              <a:srgbClr val="263241"/>
            </a:solidFill>
            <a:prstDash val="solid"/>
          </a:ln>
        </p:spPr>
      </p:sp>
      <p:sp>
        <p:nvSpPr>
          <p:cNvPr id="10" name="Text 8"/>
          <p:cNvSpPr/>
          <p:nvPr/>
        </p:nvSpPr>
        <p:spPr>
          <a:xfrm>
            <a:off x="685800" y="2075815"/>
            <a:ext cx="548640" cy="228600"/>
          </a:xfrm>
          <a:prstGeom prst="rect">
            <a:avLst/>
          </a:prstGeom>
          <a:noFill/>
          <a:ln/>
        </p:spPr>
        <p:txBody>
          <a:bodyPr wrap="square" lIns="0" tIns="0" rIns="0" bIns="0" rtlCol="0" anchor="ctr"/>
          <a:lstStyle/>
          <a:p>
            <a:pPr indent="0" marL="0">
              <a:buNone/>
            </a:pPr>
            <a:r>
              <a:rPr lang="ko-KR" altLang="en-US" sz="1000" dirty="0">
                <a:solidFill>
                  <a:srgbClr val="64748B"/>
                </a:solidFill>
                <a:latin typeface="Consolas" pitchFamily="34" charset="0"/>
                <a:ea typeface="Consolas" pitchFamily="34" charset="-122"/>
                <a:cs typeface="Consolas" pitchFamily="34" charset="-120"/>
              </a:rPr>
              <a:t>01</a:t>
            </a:r>
            <a:endParaRPr lang="ko-KR" sz="1000" dirty="0"/>
          </a:p>
        </p:txBody>
      </p:sp>
      <p:pic>
        <p:nvPicPr>
          <p:cNvPr id="11" name="Image 0">    </p:cNvPr>
          <p:cNvPicPr>
            <a:picLocks noChangeAspect="1"/>
          </p:cNvPicPr>
          <p:nvPr/>
        </p:nvPicPr>
        <p:blipFill>
          <a:blip r:embed="rId1"/>
          <a:stretch>
            <a:fillRect/>
          </a:stretch>
        </p:blipFill>
        <p:spPr>
          <a:xfrm>
            <a:off x="640080" y="2240280"/>
            <a:ext cx="1250315" cy="1250315"/>
          </a:xfrm>
          <a:prstGeom prst="rect">
            <a:avLst/>
          </a:prstGeom>
        </p:spPr>
      </p:pic>
      <p:sp>
        <p:nvSpPr>
          <p:cNvPr id="12" name="Text 9"/>
          <p:cNvSpPr/>
          <p:nvPr/>
        </p:nvSpPr>
        <p:spPr>
          <a:xfrm>
            <a:off x="658495" y="3536315"/>
            <a:ext cx="1214120" cy="365760"/>
          </a:xfrm>
          <a:prstGeom prst="rect">
            <a:avLst/>
          </a:prstGeom>
          <a:noFill/>
          <a:ln/>
        </p:spPr>
        <p:txBody>
          <a:bodyPr wrap="square" lIns="0" tIns="0" rIns="0" bIns="0" rtlCol="0" anchor="ctr"/>
          <a:lstStyle/>
          <a:p>
            <a:pPr indent="0" marL="0">
              <a:buNone/>
            </a:pPr>
            <a:r>
              <a:rPr lang="ko-KR" altLang="en-US" sz="1600" b="1" dirty="0">
                <a:solidFill>
                  <a:srgbClr val="F1F5F9"/>
                </a:solidFill>
                <a:latin typeface="Malgun Gothic" pitchFamily="34" charset="0"/>
                <a:ea typeface="Malgun Gothic" pitchFamily="34" charset="-122"/>
                <a:cs typeface="Malgun Gothic" pitchFamily="34" charset="-120"/>
              </a:rPr>
              <a:t>정지</a:t>
            </a:r>
            <a:endParaRPr lang="ko-KR" sz="1600" dirty="0"/>
          </a:p>
        </p:txBody>
      </p:sp>
      <p:sp>
        <p:nvSpPr>
          <p:cNvPr id="13" name="Text 10"/>
          <p:cNvSpPr/>
          <p:nvPr/>
        </p:nvSpPr>
        <p:spPr>
          <a:xfrm>
            <a:off x="658495" y="3947795"/>
            <a:ext cx="1214120" cy="292735"/>
          </a:xfrm>
          <a:prstGeom prst="rect">
            <a:avLst/>
          </a:prstGeom>
          <a:noFill/>
          <a:ln/>
        </p:spPr>
        <p:txBody>
          <a:bodyPr wrap="square" lIns="0" tIns="0" rIns="0" bIns="0" rtlCol="0" anchor="ctr"/>
          <a:lstStyle/>
          <a:p>
            <a:pPr indent="0" marL="0">
              <a:buNone/>
            </a:pPr>
            <a:r>
              <a:rPr lang="ko-KR" altLang="en-US" sz="1300" dirty="0">
                <a:solidFill>
                  <a:srgbClr val="F1F5F9"/>
                </a:solidFill>
                <a:latin typeface="Malgun Gothic" pitchFamily="34" charset="0"/>
                <a:ea typeface="Malgun Gothic" pitchFamily="34" charset="-122"/>
                <a:cs typeface="Malgun Gothic" pitchFamily="34" charset="-120"/>
              </a:rPr>
              <a:t>모두 펴기</a:t>
            </a:r>
            <a:endParaRPr lang="ko-KR" sz="1300" dirty="0"/>
          </a:p>
        </p:txBody>
      </p:sp>
      <p:sp>
        <p:nvSpPr>
          <p:cNvPr id="14" name="Text 11"/>
          <p:cNvSpPr/>
          <p:nvPr/>
        </p:nvSpPr>
        <p:spPr>
          <a:xfrm>
            <a:off x="658495" y="4240530"/>
            <a:ext cx="1214120" cy="365760"/>
          </a:xfrm>
          <a:prstGeom prst="rect">
            <a:avLst/>
          </a:prstGeom>
          <a:noFill/>
          <a:ln/>
        </p:spPr>
        <p:txBody>
          <a:bodyPr wrap="square" lIns="0" tIns="0" rIns="0" bIns="0" rtlCol="0" anchor="t"/>
          <a:lstStyle/>
          <a:p>
            <a:pPr indent="0" marL="0">
              <a:buNone/>
            </a:pPr>
            <a:r>
              <a:rPr lang="ko-KR" altLang="en-US" sz="1200" b="1" dirty="0">
                <a:solidFill>
                  <a:srgbClr val="F97316"/>
                </a:solidFill>
                <a:latin typeface="Malgun Gothic" pitchFamily="34" charset="0"/>
                <a:ea typeface="Malgun Gothic" pitchFamily="34" charset="-122"/>
                <a:cs typeface="Malgun Gothic" pitchFamily="34" charset="-120"/>
              </a:rPr>
              <a:t>정지 · 적색 LED</a:t>
            </a:r>
            <a:endParaRPr lang="ko-KR" sz="1200" dirty="0"/>
          </a:p>
        </p:txBody>
      </p:sp>
      <p:sp>
        <p:nvSpPr>
          <p:cNvPr id="15" name="Shape 12"/>
          <p:cNvSpPr/>
          <p:nvPr/>
        </p:nvSpPr>
        <p:spPr>
          <a:xfrm>
            <a:off x="2128520" y="1965960"/>
            <a:ext cx="1433195" cy="2941955"/>
          </a:xfrm>
          <a:prstGeom prst="rect">
            <a:avLst/>
          </a:prstGeom>
          <a:solidFill>
            <a:srgbClr val="121820"/>
          </a:solidFill>
          <a:ln w="12700">
            <a:solidFill>
              <a:srgbClr val="263241"/>
            </a:solidFill>
            <a:prstDash val="solid"/>
          </a:ln>
        </p:spPr>
      </p:sp>
      <p:sp>
        <p:nvSpPr>
          <p:cNvPr id="16" name="Text 13"/>
          <p:cNvSpPr/>
          <p:nvPr/>
        </p:nvSpPr>
        <p:spPr>
          <a:xfrm>
            <a:off x="2265680" y="2075815"/>
            <a:ext cx="548640" cy="228600"/>
          </a:xfrm>
          <a:prstGeom prst="rect">
            <a:avLst/>
          </a:prstGeom>
          <a:noFill/>
          <a:ln/>
        </p:spPr>
        <p:txBody>
          <a:bodyPr wrap="square" lIns="0" tIns="0" rIns="0" bIns="0" rtlCol="0" anchor="ctr"/>
          <a:lstStyle/>
          <a:p>
            <a:pPr indent="0" marL="0">
              <a:buNone/>
            </a:pPr>
            <a:r>
              <a:rPr lang="ko-KR" altLang="en-US" sz="1000" dirty="0">
                <a:solidFill>
                  <a:srgbClr val="64748B"/>
                </a:solidFill>
                <a:latin typeface="Consolas" pitchFamily="34" charset="0"/>
                <a:ea typeface="Consolas" pitchFamily="34" charset="-122"/>
                <a:cs typeface="Consolas" pitchFamily="34" charset="-120"/>
              </a:rPr>
              <a:t>02</a:t>
            </a:r>
            <a:endParaRPr lang="ko-KR" sz="1000" dirty="0"/>
          </a:p>
        </p:txBody>
      </p:sp>
      <p:pic>
        <p:nvPicPr>
          <p:cNvPr id="17" name="Image 1">    </p:cNvPr>
          <p:cNvPicPr>
            <a:picLocks noChangeAspect="1"/>
          </p:cNvPicPr>
          <p:nvPr/>
        </p:nvPicPr>
        <p:blipFill>
          <a:blip r:embed="rId2"/>
          <a:stretch>
            <a:fillRect/>
          </a:stretch>
        </p:blipFill>
        <p:spPr>
          <a:xfrm>
            <a:off x="2219960" y="2240280"/>
            <a:ext cx="1250315" cy="1250315"/>
          </a:xfrm>
          <a:prstGeom prst="rect">
            <a:avLst/>
          </a:prstGeom>
        </p:spPr>
      </p:pic>
      <p:sp>
        <p:nvSpPr>
          <p:cNvPr id="18" name="Text 14"/>
          <p:cNvSpPr/>
          <p:nvPr/>
        </p:nvSpPr>
        <p:spPr>
          <a:xfrm>
            <a:off x="2238375" y="3536315"/>
            <a:ext cx="1214120" cy="365760"/>
          </a:xfrm>
          <a:prstGeom prst="rect">
            <a:avLst/>
          </a:prstGeom>
          <a:noFill/>
          <a:ln/>
        </p:spPr>
        <p:txBody>
          <a:bodyPr wrap="square" lIns="0" tIns="0" rIns="0" bIns="0" rtlCol="0" anchor="ctr"/>
          <a:lstStyle/>
          <a:p>
            <a:pPr indent="0" marL="0">
              <a:buNone/>
            </a:pPr>
            <a:r>
              <a:rPr lang="ko-KR" altLang="en-US" sz="1600" b="1" dirty="0">
                <a:solidFill>
                  <a:srgbClr val="F1F5F9"/>
                </a:solidFill>
                <a:latin typeface="Malgun Gothic" pitchFamily="34" charset="0"/>
                <a:ea typeface="Malgun Gothic" pitchFamily="34" charset="-122"/>
                <a:cs typeface="Malgun Gothic" pitchFamily="34" charset="-120"/>
              </a:rPr>
              <a:t>서행</a:t>
            </a:r>
            <a:endParaRPr lang="ko-KR" sz="1600" dirty="0"/>
          </a:p>
        </p:txBody>
      </p:sp>
      <p:sp>
        <p:nvSpPr>
          <p:cNvPr id="19" name="Text 15"/>
          <p:cNvSpPr/>
          <p:nvPr/>
        </p:nvSpPr>
        <p:spPr>
          <a:xfrm>
            <a:off x="2238375" y="3947795"/>
            <a:ext cx="1214120" cy="292735"/>
          </a:xfrm>
          <a:prstGeom prst="rect">
            <a:avLst/>
          </a:prstGeom>
          <a:noFill/>
          <a:ln/>
        </p:spPr>
        <p:txBody>
          <a:bodyPr wrap="square" lIns="0" tIns="0" rIns="0" bIns="0" rtlCol="0" anchor="ctr"/>
          <a:lstStyle/>
          <a:p>
            <a:pPr indent="0" marL="0">
              <a:buNone/>
            </a:pPr>
            <a:r>
              <a:rPr lang="ko-KR" altLang="en-US" sz="1300" dirty="0">
                <a:solidFill>
                  <a:srgbClr val="F1F5F9"/>
                </a:solidFill>
                <a:latin typeface="Malgun Gothic" pitchFamily="34" charset="0"/>
                <a:ea typeface="Malgun Gothic" pitchFamily="34" charset="-122"/>
                <a:cs typeface="Malgun Gothic" pitchFamily="34" charset="-120"/>
              </a:rPr>
              <a:t>검지 + 중지</a:t>
            </a:r>
            <a:endParaRPr lang="ko-KR" sz="1300" dirty="0"/>
          </a:p>
        </p:txBody>
      </p:sp>
      <p:sp>
        <p:nvSpPr>
          <p:cNvPr id="20" name="Text 16"/>
          <p:cNvSpPr/>
          <p:nvPr/>
        </p:nvSpPr>
        <p:spPr>
          <a:xfrm>
            <a:off x="2238375" y="4240530"/>
            <a:ext cx="1214120" cy="365760"/>
          </a:xfrm>
          <a:prstGeom prst="rect">
            <a:avLst/>
          </a:prstGeom>
          <a:noFill/>
          <a:ln/>
        </p:spPr>
        <p:txBody>
          <a:bodyPr wrap="square" lIns="0" tIns="0" rIns="0" bIns="0" rtlCol="0" anchor="t"/>
          <a:lstStyle/>
          <a:p>
            <a:pPr indent="0" marL="0">
              <a:buNone/>
            </a:pPr>
            <a:r>
              <a:rPr lang="ko-KR" altLang="en-US" sz="1200" b="1" dirty="0">
                <a:solidFill>
                  <a:srgbClr val="F97316"/>
                </a:solidFill>
                <a:latin typeface="Malgun Gothic" pitchFamily="34" charset="0"/>
                <a:ea typeface="Malgun Gothic" pitchFamily="34" charset="-122"/>
                <a:cs typeface="Malgun Gothic" pitchFamily="34" charset="-120"/>
              </a:rPr>
              <a:t>감속 주행</a:t>
            </a:r>
            <a:endParaRPr lang="ko-KR" sz="1200" dirty="0"/>
          </a:p>
        </p:txBody>
      </p:sp>
      <p:sp>
        <p:nvSpPr>
          <p:cNvPr id="21" name="Shape 17"/>
          <p:cNvSpPr/>
          <p:nvPr/>
        </p:nvSpPr>
        <p:spPr>
          <a:xfrm>
            <a:off x="3707765" y="1965960"/>
            <a:ext cx="1433195" cy="2941955"/>
          </a:xfrm>
          <a:prstGeom prst="rect">
            <a:avLst/>
          </a:prstGeom>
          <a:solidFill>
            <a:srgbClr val="121820"/>
          </a:solidFill>
          <a:ln w="12700">
            <a:solidFill>
              <a:srgbClr val="263241"/>
            </a:solidFill>
            <a:prstDash val="solid"/>
          </a:ln>
        </p:spPr>
      </p:sp>
      <p:sp>
        <p:nvSpPr>
          <p:cNvPr id="22" name="Text 18"/>
          <p:cNvSpPr/>
          <p:nvPr/>
        </p:nvSpPr>
        <p:spPr>
          <a:xfrm>
            <a:off x="3844925" y="2075815"/>
            <a:ext cx="548640" cy="228600"/>
          </a:xfrm>
          <a:prstGeom prst="rect">
            <a:avLst/>
          </a:prstGeom>
          <a:noFill/>
          <a:ln/>
        </p:spPr>
        <p:txBody>
          <a:bodyPr wrap="square" lIns="0" tIns="0" rIns="0" bIns="0" rtlCol="0" anchor="ctr"/>
          <a:lstStyle/>
          <a:p>
            <a:pPr indent="0" marL="0">
              <a:buNone/>
            </a:pPr>
            <a:r>
              <a:rPr lang="ko-KR" altLang="en-US" sz="1000" dirty="0">
                <a:solidFill>
                  <a:srgbClr val="64748B"/>
                </a:solidFill>
                <a:latin typeface="Consolas" pitchFamily="34" charset="0"/>
                <a:ea typeface="Consolas" pitchFamily="34" charset="-122"/>
                <a:cs typeface="Consolas" pitchFamily="34" charset="-120"/>
              </a:rPr>
              <a:t>03</a:t>
            </a:r>
            <a:endParaRPr lang="ko-KR" sz="1000" dirty="0"/>
          </a:p>
        </p:txBody>
      </p:sp>
      <p:pic>
        <p:nvPicPr>
          <p:cNvPr id="23" name="Image 2">    </p:cNvPr>
          <p:cNvPicPr>
            <a:picLocks noChangeAspect="1"/>
          </p:cNvPicPr>
          <p:nvPr/>
        </p:nvPicPr>
        <p:blipFill>
          <a:blip r:embed="rId3"/>
          <a:stretch>
            <a:fillRect/>
          </a:stretch>
        </p:blipFill>
        <p:spPr>
          <a:xfrm>
            <a:off x="3799205" y="2240280"/>
            <a:ext cx="1250315" cy="1250315"/>
          </a:xfrm>
          <a:prstGeom prst="rect">
            <a:avLst/>
          </a:prstGeom>
        </p:spPr>
      </p:pic>
      <p:sp>
        <p:nvSpPr>
          <p:cNvPr id="24" name="Text 19"/>
          <p:cNvSpPr/>
          <p:nvPr/>
        </p:nvSpPr>
        <p:spPr>
          <a:xfrm>
            <a:off x="3817620" y="3536315"/>
            <a:ext cx="1214120" cy="365760"/>
          </a:xfrm>
          <a:prstGeom prst="rect">
            <a:avLst/>
          </a:prstGeom>
          <a:noFill/>
          <a:ln/>
        </p:spPr>
        <p:txBody>
          <a:bodyPr wrap="square" lIns="0" tIns="0" rIns="0" bIns="0" rtlCol="0" anchor="ctr"/>
          <a:lstStyle/>
          <a:p>
            <a:pPr indent="0" marL="0">
              <a:buNone/>
            </a:pPr>
            <a:r>
              <a:rPr lang="ko-KR" altLang="en-US" sz="1600" b="1" dirty="0">
                <a:solidFill>
                  <a:srgbClr val="F1F5F9"/>
                </a:solidFill>
                <a:latin typeface="Malgun Gothic" pitchFamily="34" charset="0"/>
                <a:ea typeface="Malgun Gothic" pitchFamily="34" charset="-122"/>
                <a:cs typeface="Malgun Gothic" pitchFamily="34" charset="-120"/>
              </a:rPr>
              <a:t>좌회전 유도</a:t>
            </a:r>
            <a:endParaRPr lang="ko-KR" sz="1600" dirty="0"/>
          </a:p>
        </p:txBody>
      </p:sp>
      <p:sp>
        <p:nvSpPr>
          <p:cNvPr id="25" name="Text 20"/>
          <p:cNvSpPr/>
          <p:nvPr/>
        </p:nvSpPr>
        <p:spPr>
          <a:xfrm>
            <a:off x="3817620" y="3947795"/>
            <a:ext cx="1214120" cy="292735"/>
          </a:xfrm>
          <a:prstGeom prst="rect">
            <a:avLst/>
          </a:prstGeom>
          <a:noFill/>
          <a:ln/>
        </p:spPr>
        <p:txBody>
          <a:bodyPr wrap="square" lIns="0" tIns="0" rIns="0" bIns="0" rtlCol="0" anchor="ctr"/>
          <a:lstStyle/>
          <a:p>
            <a:pPr indent="0" marL="0">
              <a:buNone/>
            </a:pPr>
            <a:r>
              <a:rPr lang="ko-KR" altLang="en-US" sz="1300" dirty="0">
                <a:solidFill>
                  <a:srgbClr val="F1F5F9"/>
                </a:solidFill>
                <a:latin typeface="Malgun Gothic" pitchFamily="34" charset="0"/>
                <a:ea typeface="Malgun Gothic" pitchFamily="34" charset="-122"/>
                <a:cs typeface="Malgun Gothic" pitchFamily="34" charset="-120"/>
              </a:rPr>
              <a:t>엄지 + 검지</a:t>
            </a:r>
            <a:endParaRPr lang="ko-KR" sz="1300" dirty="0"/>
          </a:p>
        </p:txBody>
      </p:sp>
      <p:sp>
        <p:nvSpPr>
          <p:cNvPr id="26" name="Text 21"/>
          <p:cNvSpPr/>
          <p:nvPr/>
        </p:nvSpPr>
        <p:spPr>
          <a:xfrm>
            <a:off x="3817620" y="4240530"/>
            <a:ext cx="1214120" cy="365760"/>
          </a:xfrm>
          <a:prstGeom prst="rect">
            <a:avLst/>
          </a:prstGeom>
          <a:noFill/>
          <a:ln/>
        </p:spPr>
        <p:txBody>
          <a:bodyPr wrap="square" lIns="0" tIns="0" rIns="0" bIns="0" rtlCol="0" anchor="t"/>
          <a:lstStyle/>
          <a:p>
            <a:pPr indent="0" marL="0">
              <a:buNone/>
            </a:pPr>
            <a:r>
              <a:rPr lang="ko-KR" altLang="en-US" sz="1200" b="1" dirty="0">
                <a:solidFill>
                  <a:srgbClr val="F97316"/>
                </a:solidFill>
                <a:latin typeface="Malgun Gothic" pitchFamily="34" charset="0"/>
                <a:ea typeface="Malgun Gothic" pitchFamily="34" charset="-122"/>
                <a:cs typeface="Malgun Gothic" pitchFamily="34" charset="-120"/>
              </a:rPr>
              <a:t>좌회전 주행</a:t>
            </a:r>
            <a:endParaRPr lang="ko-KR" sz="1200" dirty="0"/>
          </a:p>
        </p:txBody>
      </p:sp>
      <p:sp>
        <p:nvSpPr>
          <p:cNvPr id="27" name="Shape 22"/>
          <p:cNvSpPr/>
          <p:nvPr/>
        </p:nvSpPr>
        <p:spPr>
          <a:xfrm>
            <a:off x="5287645" y="1965960"/>
            <a:ext cx="1433195" cy="2941955"/>
          </a:xfrm>
          <a:prstGeom prst="rect">
            <a:avLst/>
          </a:prstGeom>
          <a:solidFill>
            <a:srgbClr val="121820"/>
          </a:solidFill>
          <a:ln w="12700">
            <a:solidFill>
              <a:srgbClr val="263241"/>
            </a:solidFill>
            <a:prstDash val="solid"/>
          </a:ln>
        </p:spPr>
      </p:sp>
      <p:sp>
        <p:nvSpPr>
          <p:cNvPr id="28" name="Text 23"/>
          <p:cNvSpPr/>
          <p:nvPr/>
        </p:nvSpPr>
        <p:spPr>
          <a:xfrm>
            <a:off x="5424805" y="2075815"/>
            <a:ext cx="548640" cy="228600"/>
          </a:xfrm>
          <a:prstGeom prst="rect">
            <a:avLst/>
          </a:prstGeom>
          <a:noFill/>
          <a:ln/>
        </p:spPr>
        <p:txBody>
          <a:bodyPr wrap="square" lIns="0" tIns="0" rIns="0" bIns="0" rtlCol="0" anchor="ctr"/>
          <a:lstStyle/>
          <a:p>
            <a:pPr indent="0" marL="0">
              <a:buNone/>
            </a:pPr>
            <a:r>
              <a:rPr lang="ko-KR" altLang="en-US" sz="1000" dirty="0">
                <a:solidFill>
                  <a:srgbClr val="64748B"/>
                </a:solidFill>
                <a:latin typeface="Consolas" pitchFamily="34" charset="0"/>
                <a:ea typeface="Consolas" pitchFamily="34" charset="-122"/>
                <a:cs typeface="Consolas" pitchFamily="34" charset="-120"/>
              </a:rPr>
              <a:t>04</a:t>
            </a:r>
            <a:endParaRPr lang="ko-KR" sz="1000" dirty="0"/>
          </a:p>
        </p:txBody>
      </p:sp>
      <p:pic>
        <p:nvPicPr>
          <p:cNvPr id="29" name="Image 3">    </p:cNvPr>
          <p:cNvPicPr>
            <a:picLocks noChangeAspect="1"/>
          </p:cNvPicPr>
          <p:nvPr/>
        </p:nvPicPr>
        <p:blipFill>
          <a:blip r:embed="rId4"/>
          <a:stretch>
            <a:fillRect/>
          </a:stretch>
        </p:blipFill>
        <p:spPr>
          <a:xfrm>
            <a:off x="5379085" y="2240280"/>
            <a:ext cx="1250315" cy="1250315"/>
          </a:xfrm>
          <a:prstGeom prst="rect">
            <a:avLst/>
          </a:prstGeom>
        </p:spPr>
      </p:pic>
      <p:sp>
        <p:nvSpPr>
          <p:cNvPr id="30" name="Text 24"/>
          <p:cNvSpPr/>
          <p:nvPr/>
        </p:nvSpPr>
        <p:spPr>
          <a:xfrm>
            <a:off x="5397500" y="3536315"/>
            <a:ext cx="1214120" cy="365760"/>
          </a:xfrm>
          <a:prstGeom prst="rect">
            <a:avLst/>
          </a:prstGeom>
          <a:noFill/>
          <a:ln/>
        </p:spPr>
        <p:txBody>
          <a:bodyPr wrap="square" lIns="0" tIns="0" rIns="0" bIns="0" rtlCol="0" anchor="ctr"/>
          <a:lstStyle/>
          <a:p>
            <a:pPr indent="0" marL="0">
              <a:buNone/>
            </a:pPr>
            <a:r>
              <a:rPr lang="ko-KR" altLang="en-US" sz="1600" b="1" dirty="0">
                <a:solidFill>
                  <a:srgbClr val="F1F5F9"/>
                </a:solidFill>
                <a:latin typeface="Malgun Gothic" pitchFamily="34" charset="0"/>
                <a:ea typeface="Malgun Gothic" pitchFamily="34" charset="-122"/>
                <a:cs typeface="Malgun Gothic" pitchFamily="34" charset="-120"/>
              </a:rPr>
              <a:t>우회전 유도</a:t>
            </a:r>
            <a:endParaRPr lang="ko-KR" sz="1600" dirty="0"/>
          </a:p>
        </p:txBody>
      </p:sp>
      <p:sp>
        <p:nvSpPr>
          <p:cNvPr id="31" name="Text 25"/>
          <p:cNvSpPr/>
          <p:nvPr/>
        </p:nvSpPr>
        <p:spPr>
          <a:xfrm>
            <a:off x="5397500" y="3947795"/>
            <a:ext cx="1214120" cy="292735"/>
          </a:xfrm>
          <a:prstGeom prst="rect">
            <a:avLst/>
          </a:prstGeom>
          <a:noFill/>
          <a:ln/>
        </p:spPr>
        <p:txBody>
          <a:bodyPr wrap="square" lIns="0" tIns="0" rIns="0" bIns="0" rtlCol="0" anchor="ctr"/>
          <a:lstStyle/>
          <a:p>
            <a:pPr indent="0" marL="0">
              <a:buNone/>
            </a:pPr>
            <a:r>
              <a:rPr lang="ko-KR" altLang="en-US" sz="1300" dirty="0">
                <a:solidFill>
                  <a:srgbClr val="F1F5F9"/>
                </a:solidFill>
                <a:latin typeface="Malgun Gothic" pitchFamily="34" charset="0"/>
                <a:ea typeface="Malgun Gothic" pitchFamily="34" charset="-122"/>
                <a:cs typeface="Malgun Gothic" pitchFamily="34" charset="-120"/>
              </a:rPr>
              <a:t>엄지 + 소지</a:t>
            </a:r>
            <a:endParaRPr lang="ko-KR" sz="1300" dirty="0"/>
          </a:p>
        </p:txBody>
      </p:sp>
      <p:sp>
        <p:nvSpPr>
          <p:cNvPr id="32" name="Text 26"/>
          <p:cNvSpPr/>
          <p:nvPr/>
        </p:nvSpPr>
        <p:spPr>
          <a:xfrm>
            <a:off x="5397500" y="4240530"/>
            <a:ext cx="1214120" cy="365760"/>
          </a:xfrm>
          <a:prstGeom prst="rect">
            <a:avLst/>
          </a:prstGeom>
          <a:noFill/>
          <a:ln/>
        </p:spPr>
        <p:txBody>
          <a:bodyPr wrap="square" lIns="0" tIns="0" rIns="0" bIns="0" rtlCol="0" anchor="t"/>
          <a:lstStyle/>
          <a:p>
            <a:pPr indent="0" marL="0">
              <a:buNone/>
            </a:pPr>
            <a:r>
              <a:rPr lang="ko-KR" altLang="en-US" sz="1200" b="1" dirty="0">
                <a:solidFill>
                  <a:srgbClr val="F97316"/>
                </a:solidFill>
                <a:latin typeface="Malgun Gothic" pitchFamily="34" charset="0"/>
                <a:ea typeface="Malgun Gothic" pitchFamily="34" charset="-122"/>
                <a:cs typeface="Malgun Gothic" pitchFamily="34" charset="-120"/>
              </a:rPr>
              <a:t>우회전 주행</a:t>
            </a:r>
            <a:endParaRPr lang="ko-KR" sz="1200" dirty="0"/>
          </a:p>
        </p:txBody>
      </p:sp>
      <p:sp>
        <p:nvSpPr>
          <p:cNvPr id="33" name="Shape 27"/>
          <p:cNvSpPr/>
          <p:nvPr/>
        </p:nvSpPr>
        <p:spPr>
          <a:xfrm>
            <a:off x="6867525" y="1965960"/>
            <a:ext cx="1433195" cy="2941955"/>
          </a:xfrm>
          <a:prstGeom prst="rect">
            <a:avLst/>
          </a:prstGeom>
          <a:solidFill>
            <a:srgbClr val="121820"/>
          </a:solidFill>
          <a:ln w="12700">
            <a:solidFill>
              <a:srgbClr val="263241"/>
            </a:solidFill>
            <a:prstDash val="solid"/>
          </a:ln>
        </p:spPr>
      </p:sp>
      <p:sp>
        <p:nvSpPr>
          <p:cNvPr id="34" name="Text 28"/>
          <p:cNvSpPr/>
          <p:nvPr/>
        </p:nvSpPr>
        <p:spPr>
          <a:xfrm>
            <a:off x="7004685" y="2075815"/>
            <a:ext cx="548640" cy="228600"/>
          </a:xfrm>
          <a:prstGeom prst="rect">
            <a:avLst/>
          </a:prstGeom>
          <a:noFill/>
          <a:ln/>
        </p:spPr>
        <p:txBody>
          <a:bodyPr wrap="square" lIns="0" tIns="0" rIns="0" bIns="0" rtlCol="0" anchor="ctr"/>
          <a:lstStyle/>
          <a:p>
            <a:pPr indent="0" marL="0">
              <a:buNone/>
            </a:pPr>
            <a:r>
              <a:rPr lang="ko-KR" altLang="en-US" sz="1000" dirty="0">
                <a:solidFill>
                  <a:srgbClr val="64748B"/>
                </a:solidFill>
                <a:latin typeface="Consolas" pitchFamily="34" charset="0"/>
                <a:ea typeface="Consolas" pitchFamily="34" charset="-122"/>
                <a:cs typeface="Consolas" pitchFamily="34" charset="-120"/>
              </a:rPr>
              <a:t>05</a:t>
            </a:r>
            <a:endParaRPr lang="ko-KR" sz="1000" dirty="0"/>
          </a:p>
        </p:txBody>
      </p:sp>
      <p:pic>
        <p:nvPicPr>
          <p:cNvPr id="35" name="Image 4">    </p:cNvPr>
          <p:cNvPicPr>
            <a:picLocks noChangeAspect="1"/>
          </p:cNvPicPr>
          <p:nvPr/>
        </p:nvPicPr>
        <p:blipFill>
          <a:blip r:embed="rId5"/>
          <a:stretch>
            <a:fillRect/>
          </a:stretch>
        </p:blipFill>
        <p:spPr>
          <a:xfrm>
            <a:off x="6958965" y="2240280"/>
            <a:ext cx="1250315" cy="1250315"/>
          </a:xfrm>
          <a:prstGeom prst="rect">
            <a:avLst/>
          </a:prstGeom>
        </p:spPr>
      </p:pic>
      <p:sp>
        <p:nvSpPr>
          <p:cNvPr id="36" name="Text 29"/>
          <p:cNvSpPr/>
          <p:nvPr/>
        </p:nvSpPr>
        <p:spPr>
          <a:xfrm>
            <a:off x="6977380" y="3536315"/>
            <a:ext cx="1214120" cy="365760"/>
          </a:xfrm>
          <a:prstGeom prst="rect">
            <a:avLst/>
          </a:prstGeom>
          <a:noFill/>
          <a:ln/>
        </p:spPr>
        <p:txBody>
          <a:bodyPr wrap="square" lIns="0" tIns="0" rIns="0" bIns="0" rtlCol="0" anchor="ctr"/>
          <a:lstStyle/>
          <a:p>
            <a:pPr indent="0" marL="0">
              <a:buNone/>
            </a:pPr>
            <a:r>
              <a:rPr lang="ko-KR" altLang="en-US" sz="1600" b="1" dirty="0">
                <a:solidFill>
                  <a:srgbClr val="F1F5F9"/>
                </a:solidFill>
                <a:latin typeface="Malgun Gothic" pitchFamily="34" charset="0"/>
                <a:ea typeface="Malgun Gothic" pitchFamily="34" charset="-122"/>
                <a:cs typeface="Malgun Gothic" pitchFamily="34" charset="-120"/>
              </a:rPr>
              <a:t>확인 완료</a:t>
            </a:r>
            <a:endParaRPr lang="ko-KR" sz="1600" dirty="0"/>
          </a:p>
        </p:txBody>
      </p:sp>
      <p:sp>
        <p:nvSpPr>
          <p:cNvPr id="37" name="Text 30"/>
          <p:cNvSpPr/>
          <p:nvPr/>
        </p:nvSpPr>
        <p:spPr>
          <a:xfrm>
            <a:off x="6977380" y="3947795"/>
            <a:ext cx="1214120" cy="292735"/>
          </a:xfrm>
          <a:prstGeom prst="rect">
            <a:avLst/>
          </a:prstGeom>
          <a:noFill/>
          <a:ln/>
        </p:spPr>
        <p:txBody>
          <a:bodyPr wrap="square" lIns="0" tIns="0" rIns="0" bIns="0" rtlCol="0" anchor="ctr"/>
          <a:lstStyle/>
          <a:p>
            <a:pPr indent="0" marL="0">
              <a:buNone/>
            </a:pPr>
            <a:r>
              <a:rPr lang="ko-KR" altLang="en-US" sz="1300" dirty="0">
                <a:solidFill>
                  <a:srgbClr val="F1F5F9"/>
                </a:solidFill>
                <a:latin typeface="Malgun Gothic" pitchFamily="34" charset="0"/>
                <a:ea typeface="Malgun Gothic" pitchFamily="34" charset="-122"/>
                <a:cs typeface="Malgun Gothic" pitchFamily="34" charset="-120"/>
              </a:rPr>
              <a:t>주먹</a:t>
            </a:r>
            <a:endParaRPr lang="ko-KR" sz="1300" dirty="0"/>
          </a:p>
        </p:txBody>
      </p:sp>
      <p:sp>
        <p:nvSpPr>
          <p:cNvPr id="38" name="Text 31"/>
          <p:cNvSpPr/>
          <p:nvPr/>
        </p:nvSpPr>
        <p:spPr>
          <a:xfrm>
            <a:off x="6977380" y="4240530"/>
            <a:ext cx="1214120" cy="365760"/>
          </a:xfrm>
          <a:prstGeom prst="rect">
            <a:avLst/>
          </a:prstGeom>
          <a:noFill/>
          <a:ln/>
        </p:spPr>
        <p:txBody>
          <a:bodyPr wrap="square" lIns="0" tIns="0" rIns="0" bIns="0" rtlCol="0" anchor="t"/>
          <a:lstStyle/>
          <a:p>
            <a:pPr indent="0" marL="0">
              <a:buNone/>
            </a:pPr>
            <a:r>
              <a:rPr lang="ko-KR" altLang="en-US" sz="1200" b="1" dirty="0">
                <a:solidFill>
                  <a:srgbClr val="F97316"/>
                </a:solidFill>
                <a:latin typeface="Malgun Gothic" pitchFamily="34" charset="0"/>
                <a:ea typeface="Malgun Gothic" pitchFamily="34" charset="-122"/>
                <a:cs typeface="Malgun Gothic" pitchFamily="34" charset="-120"/>
              </a:rPr>
              <a:t>LED 전부 점멸</a:t>
            </a:r>
            <a:endParaRPr lang="ko-KR" sz="1200" dirty="0"/>
          </a:p>
        </p:txBody>
      </p:sp>
      <p:sp>
        <p:nvSpPr>
          <p:cNvPr id="39" name="Shape 32"/>
          <p:cNvSpPr/>
          <p:nvPr/>
        </p:nvSpPr>
        <p:spPr>
          <a:xfrm>
            <a:off x="8630285" y="1965960"/>
            <a:ext cx="1433195" cy="2941955"/>
          </a:xfrm>
          <a:prstGeom prst="rect">
            <a:avLst/>
          </a:prstGeom>
          <a:solidFill>
            <a:srgbClr val="18202A"/>
          </a:solidFill>
          <a:ln w="12700">
            <a:solidFill>
              <a:srgbClr val="263241"/>
            </a:solidFill>
            <a:prstDash val="solid"/>
          </a:ln>
        </p:spPr>
      </p:sp>
      <p:sp>
        <p:nvSpPr>
          <p:cNvPr id="40" name="Text 33"/>
          <p:cNvSpPr/>
          <p:nvPr/>
        </p:nvSpPr>
        <p:spPr>
          <a:xfrm>
            <a:off x="8767445" y="2075815"/>
            <a:ext cx="548640" cy="228600"/>
          </a:xfrm>
          <a:prstGeom prst="rect">
            <a:avLst/>
          </a:prstGeom>
          <a:noFill/>
          <a:ln/>
        </p:spPr>
        <p:txBody>
          <a:bodyPr wrap="square" lIns="0" tIns="0" rIns="0" bIns="0" rtlCol="0" anchor="ctr"/>
          <a:lstStyle/>
          <a:p>
            <a:pPr indent="0" marL="0">
              <a:buNone/>
            </a:pPr>
            <a:r>
              <a:rPr lang="ko-KR" altLang="en-US" sz="1000" dirty="0">
                <a:solidFill>
                  <a:srgbClr val="64748B"/>
                </a:solidFill>
                <a:latin typeface="Consolas" pitchFamily="34" charset="0"/>
                <a:ea typeface="Consolas" pitchFamily="34" charset="-122"/>
                <a:cs typeface="Consolas" pitchFamily="34" charset="-120"/>
              </a:rPr>
              <a:t>06</a:t>
            </a:r>
            <a:endParaRPr lang="ko-KR" sz="1000" dirty="0"/>
          </a:p>
        </p:txBody>
      </p:sp>
      <p:pic>
        <p:nvPicPr>
          <p:cNvPr id="41" name="Image 5">    </p:cNvPr>
          <p:cNvPicPr>
            <a:picLocks noChangeAspect="1"/>
          </p:cNvPicPr>
          <p:nvPr/>
        </p:nvPicPr>
        <p:blipFill>
          <a:blip r:embed="rId6"/>
          <a:stretch>
            <a:fillRect/>
          </a:stretch>
        </p:blipFill>
        <p:spPr>
          <a:xfrm>
            <a:off x="8721725" y="2240280"/>
            <a:ext cx="1250315" cy="1250315"/>
          </a:xfrm>
          <a:prstGeom prst="rect">
            <a:avLst/>
          </a:prstGeom>
        </p:spPr>
      </p:pic>
      <p:sp>
        <p:nvSpPr>
          <p:cNvPr id="42" name="Text 34"/>
          <p:cNvSpPr/>
          <p:nvPr/>
        </p:nvSpPr>
        <p:spPr>
          <a:xfrm>
            <a:off x="8739505" y="3536315"/>
            <a:ext cx="1214120" cy="365760"/>
          </a:xfrm>
          <a:prstGeom prst="rect">
            <a:avLst/>
          </a:prstGeom>
          <a:noFill/>
          <a:ln/>
        </p:spPr>
        <p:txBody>
          <a:bodyPr wrap="square" lIns="0" tIns="0" rIns="0" bIns="0" rtlCol="0" anchor="ctr"/>
          <a:lstStyle/>
          <a:p>
            <a:pPr indent="0" marL="0">
              <a:buNone/>
            </a:pPr>
            <a:r>
              <a:rPr lang="ko-KR" altLang="en-US" sz="1600" b="1" dirty="0">
                <a:solidFill>
                  <a:srgbClr val="F1F5F9"/>
                </a:solidFill>
                <a:latin typeface="Malgun Gothic" pitchFamily="34" charset="0"/>
                <a:ea typeface="Malgun Gothic" pitchFamily="34" charset="-122"/>
                <a:cs typeface="Malgun Gothic" pitchFamily="34" charset="-120"/>
              </a:rPr>
              <a:t>후진</a:t>
            </a:r>
            <a:endParaRPr lang="ko-KR" sz="1600" dirty="0"/>
          </a:p>
        </p:txBody>
      </p:sp>
      <p:sp>
        <p:nvSpPr>
          <p:cNvPr id="43" name="Text 35"/>
          <p:cNvSpPr/>
          <p:nvPr/>
        </p:nvSpPr>
        <p:spPr>
          <a:xfrm>
            <a:off x="8739505" y="3947795"/>
            <a:ext cx="1214120" cy="292735"/>
          </a:xfrm>
          <a:prstGeom prst="rect">
            <a:avLst/>
          </a:prstGeom>
          <a:noFill/>
          <a:ln/>
        </p:spPr>
        <p:txBody>
          <a:bodyPr wrap="square" lIns="0" tIns="0" rIns="0" bIns="0" rtlCol="0" anchor="ctr"/>
          <a:lstStyle/>
          <a:p>
            <a:pPr indent="0" marL="0">
              <a:buNone/>
            </a:pPr>
            <a:r>
              <a:rPr lang="ko-KR" altLang="en-US" sz="1300" dirty="0">
                <a:solidFill>
                  <a:srgbClr val="F1F5F9"/>
                </a:solidFill>
                <a:latin typeface="Malgun Gothic" pitchFamily="34" charset="0"/>
                <a:ea typeface="Malgun Gothic" pitchFamily="34" charset="-122"/>
                <a:cs typeface="Malgun Gothic" pitchFamily="34" charset="-120"/>
              </a:rPr>
              <a:t>검지만</a:t>
            </a:r>
            <a:endParaRPr lang="ko-KR" sz="1300" dirty="0"/>
          </a:p>
        </p:txBody>
      </p:sp>
      <p:sp>
        <p:nvSpPr>
          <p:cNvPr id="44" name="Text 36"/>
          <p:cNvSpPr/>
          <p:nvPr/>
        </p:nvSpPr>
        <p:spPr>
          <a:xfrm>
            <a:off x="8739505" y="4240530"/>
            <a:ext cx="1214120" cy="365760"/>
          </a:xfrm>
          <a:prstGeom prst="rect">
            <a:avLst/>
          </a:prstGeom>
          <a:noFill/>
          <a:ln/>
        </p:spPr>
        <p:txBody>
          <a:bodyPr wrap="square" lIns="0" tIns="0" rIns="0" bIns="0" rtlCol="0" anchor="t"/>
          <a:lstStyle/>
          <a:p>
            <a:pPr indent="0" marL="0">
              <a:buNone/>
            </a:pPr>
            <a:r>
              <a:rPr lang="ko-KR" altLang="en-US" sz="1200" b="1" dirty="0">
                <a:solidFill>
                  <a:srgbClr val="F97316"/>
                </a:solidFill>
                <a:latin typeface="Malgun Gothic" pitchFamily="34" charset="0"/>
                <a:ea typeface="Malgun Gothic" pitchFamily="34" charset="-122"/>
                <a:cs typeface="Malgun Gothic" pitchFamily="34" charset="-120"/>
              </a:rPr>
              <a:t>후진 주행</a:t>
            </a:r>
            <a:endParaRPr lang="ko-KR" sz="1200" dirty="0"/>
          </a:p>
        </p:txBody>
      </p:sp>
      <p:sp>
        <p:nvSpPr>
          <p:cNvPr id="45" name="Shape 37"/>
          <p:cNvSpPr/>
          <p:nvPr/>
        </p:nvSpPr>
        <p:spPr>
          <a:xfrm>
            <a:off x="10209530" y="1965960"/>
            <a:ext cx="1433195" cy="2941955"/>
          </a:xfrm>
          <a:prstGeom prst="rect">
            <a:avLst/>
          </a:prstGeom>
          <a:solidFill>
            <a:srgbClr val="18202A"/>
          </a:solidFill>
          <a:ln w="12700">
            <a:solidFill>
              <a:srgbClr val="263241"/>
            </a:solidFill>
            <a:prstDash val="solid"/>
          </a:ln>
        </p:spPr>
      </p:sp>
      <p:sp>
        <p:nvSpPr>
          <p:cNvPr id="46" name="Text 38"/>
          <p:cNvSpPr/>
          <p:nvPr/>
        </p:nvSpPr>
        <p:spPr>
          <a:xfrm>
            <a:off x="10346690" y="2075815"/>
            <a:ext cx="548640" cy="228600"/>
          </a:xfrm>
          <a:prstGeom prst="rect">
            <a:avLst/>
          </a:prstGeom>
          <a:noFill/>
          <a:ln/>
        </p:spPr>
        <p:txBody>
          <a:bodyPr wrap="square" lIns="0" tIns="0" rIns="0" bIns="0" rtlCol="0" anchor="ctr"/>
          <a:lstStyle/>
          <a:p>
            <a:pPr indent="0" marL="0">
              <a:buNone/>
            </a:pPr>
            <a:r>
              <a:rPr lang="ko-KR" altLang="en-US" sz="1000" dirty="0">
                <a:solidFill>
                  <a:srgbClr val="64748B"/>
                </a:solidFill>
                <a:latin typeface="Consolas" pitchFamily="34" charset="0"/>
                <a:ea typeface="Consolas" pitchFamily="34" charset="-122"/>
                <a:cs typeface="Consolas" pitchFamily="34" charset="-120"/>
              </a:rPr>
              <a:t>07</a:t>
            </a:r>
            <a:endParaRPr lang="ko-KR" sz="1000" dirty="0"/>
          </a:p>
        </p:txBody>
      </p:sp>
      <p:pic>
        <p:nvPicPr>
          <p:cNvPr id="47" name="Image 6">    </p:cNvPr>
          <p:cNvPicPr>
            <a:picLocks noChangeAspect="1"/>
          </p:cNvPicPr>
          <p:nvPr/>
        </p:nvPicPr>
        <p:blipFill>
          <a:blip r:embed="rId7"/>
          <a:stretch>
            <a:fillRect/>
          </a:stretch>
        </p:blipFill>
        <p:spPr>
          <a:xfrm>
            <a:off x="10300970" y="2240280"/>
            <a:ext cx="1250315" cy="1250315"/>
          </a:xfrm>
          <a:prstGeom prst="rect">
            <a:avLst/>
          </a:prstGeom>
        </p:spPr>
      </p:pic>
      <p:sp>
        <p:nvSpPr>
          <p:cNvPr id="48" name="Text 39"/>
          <p:cNvSpPr/>
          <p:nvPr/>
        </p:nvSpPr>
        <p:spPr>
          <a:xfrm>
            <a:off x="10319385" y="3536315"/>
            <a:ext cx="1214120" cy="365760"/>
          </a:xfrm>
          <a:prstGeom prst="rect">
            <a:avLst/>
          </a:prstGeom>
          <a:noFill/>
          <a:ln/>
        </p:spPr>
        <p:txBody>
          <a:bodyPr wrap="square" lIns="0" tIns="0" rIns="0" bIns="0" rtlCol="0" anchor="ctr"/>
          <a:lstStyle/>
          <a:p>
            <a:pPr indent="0" marL="0">
              <a:buNone/>
            </a:pPr>
            <a:r>
              <a:rPr lang="ko-KR" altLang="en-US" sz="1600" b="1" dirty="0">
                <a:solidFill>
                  <a:srgbClr val="F1F5F9"/>
                </a:solidFill>
                <a:latin typeface="Malgun Gothic" pitchFamily="34" charset="0"/>
                <a:ea typeface="Malgun Gothic" pitchFamily="34" charset="-122"/>
                <a:cs typeface="Malgun Gothic" pitchFamily="34" charset="-120"/>
              </a:rPr>
              <a:t>주의</a:t>
            </a:r>
            <a:endParaRPr lang="ko-KR" sz="1600" dirty="0"/>
          </a:p>
        </p:txBody>
      </p:sp>
      <p:sp>
        <p:nvSpPr>
          <p:cNvPr id="49" name="Text 40"/>
          <p:cNvSpPr/>
          <p:nvPr/>
        </p:nvSpPr>
        <p:spPr>
          <a:xfrm>
            <a:off x="10319385" y="3947795"/>
            <a:ext cx="1214120" cy="292735"/>
          </a:xfrm>
          <a:prstGeom prst="rect">
            <a:avLst/>
          </a:prstGeom>
          <a:noFill/>
          <a:ln/>
        </p:spPr>
        <p:txBody>
          <a:bodyPr wrap="square" lIns="0" tIns="0" rIns="0" bIns="0" rtlCol="0" anchor="ctr"/>
          <a:lstStyle/>
          <a:p>
            <a:pPr indent="0" marL="0">
              <a:buNone/>
            </a:pPr>
            <a:r>
              <a:rPr lang="ko-KR" altLang="en-US" sz="1300" dirty="0">
                <a:solidFill>
                  <a:srgbClr val="F1F5F9"/>
                </a:solidFill>
                <a:latin typeface="Malgun Gothic" pitchFamily="34" charset="0"/>
                <a:ea typeface="Malgun Gothic" pitchFamily="34" charset="-122"/>
                <a:cs typeface="Malgun Gothic" pitchFamily="34" charset="-120"/>
              </a:rPr>
              <a:t>소지만</a:t>
            </a:r>
            <a:endParaRPr lang="ko-KR" sz="1300" dirty="0"/>
          </a:p>
        </p:txBody>
      </p:sp>
      <p:sp>
        <p:nvSpPr>
          <p:cNvPr id="50" name="Text 41"/>
          <p:cNvSpPr/>
          <p:nvPr/>
        </p:nvSpPr>
        <p:spPr>
          <a:xfrm>
            <a:off x="10319385" y="4240530"/>
            <a:ext cx="1214120" cy="365760"/>
          </a:xfrm>
          <a:prstGeom prst="rect">
            <a:avLst/>
          </a:prstGeom>
          <a:noFill/>
          <a:ln/>
        </p:spPr>
        <p:txBody>
          <a:bodyPr wrap="square" lIns="0" tIns="0" rIns="0" bIns="0" rtlCol="0" anchor="t"/>
          <a:lstStyle/>
          <a:p>
            <a:pPr indent="0" marL="0">
              <a:buNone/>
            </a:pPr>
            <a:r>
              <a:rPr lang="ko-KR" altLang="en-US" sz="1200" b="1" dirty="0">
                <a:solidFill>
                  <a:srgbClr val="F97316"/>
                </a:solidFill>
                <a:latin typeface="Malgun Gothic" pitchFamily="34" charset="0"/>
                <a:ea typeface="Malgun Gothic" pitchFamily="34" charset="-122"/>
                <a:cs typeface="Malgun Gothic" pitchFamily="34" charset="-120"/>
              </a:rPr>
              <a:t>정지 · 황색 LED</a:t>
            </a:r>
            <a:endParaRPr lang="ko-KR" sz="1200" dirty="0"/>
          </a:p>
        </p:txBody>
      </p:sp>
      <p:sp>
        <p:nvSpPr>
          <p:cNvPr id="51" name="Text 42"/>
          <p:cNvSpPr/>
          <p:nvPr/>
        </p:nvSpPr>
        <p:spPr>
          <a:xfrm>
            <a:off x="548640" y="5136515"/>
            <a:ext cx="11094720" cy="548640"/>
          </a:xfrm>
          <a:prstGeom prst="rect">
            <a:avLst/>
          </a:prstGeom>
          <a:noFill/>
          <a:ln/>
        </p:spPr>
        <p:txBody>
          <a:bodyPr wrap="square" lIns="0" tIns="0" rIns="0" bIns="0" rtlCol="0" anchor="t"/>
          <a:lstStyle/>
          <a:p>
            <a:pPr indent="0" marL="0">
              <a:buNone/>
            </a:pPr>
            <a:r>
              <a:rPr lang="ko-KR" altLang="en-US" sz="1300" dirty="0">
                <a:solidFill>
                  <a:srgbClr val="94A3B8"/>
                </a:solidFill>
                <a:latin typeface="Malgun Gothic" pitchFamily="34" charset="0"/>
                <a:ea typeface="Malgun Gothic" pitchFamily="34" charset="-122"/>
                <a:cs typeface="Malgun Gothic" pitchFamily="34" charset="-120"/>
              </a:rPr>
              <a:t>아래 주황 글자 = 정답일 때 picar 동작. 서행 · 확인 완료는 표준 동작과 다름. 학습 데이터는 공개 손 모양 데이터셋 2종에서 손 모양만 사용</a:t>
            </a:r>
            <a:endParaRPr lang="ko-KR" sz="1300"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xmlns:p14="http://schemas.microsoft.com/office/powerpoint/2010/main">
  <p:cSld name="Slide 9">
    <p:bg>
      <p:bgPr>
        <a:solidFill>
          <a:srgbClr val="0D1217"/>
        </a:solidFill>
      </p:bgPr>
    </p:bg>
    <p:spTree>
      <p:nvGrpSpPr>
        <p:cNvPr id="1" name=""/>
        <p:cNvGrpSpPr/>
        <p:nvPr/>
      </p:nvGrpSpPr>
      <p:grpSpPr>
        <a:xfrm>
          <a:off x="0" y="0"/>
          <a:ext cx="0" cy="0"/>
          <a:chOff x="0" y="0"/>
          <a:chExt cx="0" cy="0"/>
        </a:xfrm>
      </p:grpSpPr>
      <p:sp>
        <p:nvSpPr>
          <p:cNvPr id="2" name="Shape 0"/>
          <p:cNvSpPr/>
          <p:nvPr/>
        </p:nvSpPr>
        <p:spPr>
          <a:xfrm>
            <a:off x="548640" y="457200"/>
            <a:ext cx="100330" cy="100330"/>
          </a:xfrm>
          <a:prstGeom prst="rect">
            <a:avLst/>
          </a:prstGeom>
          <a:solidFill>
            <a:srgbClr val="F97316"/>
          </a:solidFill>
          <a:ln w="12700">
            <a:solidFill>
              <a:srgbClr val="F97316"/>
            </a:solidFill>
            <a:prstDash val="solid"/>
          </a:ln>
        </p:spPr>
      </p:sp>
      <p:sp>
        <p:nvSpPr>
          <p:cNvPr id="3" name="Text 1"/>
          <p:cNvSpPr/>
          <p:nvPr/>
        </p:nvSpPr>
        <p:spPr>
          <a:xfrm>
            <a:off x="749935" y="356870"/>
            <a:ext cx="7315200" cy="292735"/>
          </a:xfrm>
          <a:prstGeom prst="rect">
            <a:avLst/>
          </a:prstGeom>
          <a:noFill/>
          <a:ln/>
        </p:spPr>
        <p:txBody>
          <a:bodyPr wrap="square" lIns="0" tIns="0" rIns="0" bIns="0" rtlCol="0" anchor="ctr"/>
          <a:lstStyle/>
          <a:p>
            <a:pPr indent="0" marL="0">
              <a:buNone/>
            </a:pPr>
            <a:r>
              <a:rPr lang="ko-KR" altLang="en-US" sz="1200" dirty="0">
                <a:solidFill>
                  <a:srgbClr val="94A3B8"/>
                </a:solidFill>
                <a:latin typeface="Malgun Gothic" pitchFamily="34" charset="0"/>
                <a:ea typeface="Malgun Gothic" pitchFamily="34" charset="-122"/>
                <a:cs typeface="Malgun Gothic" pitchFamily="34" charset="-120"/>
              </a:rPr>
              <a:t>10   시행착오</a:t>
            </a:r>
            <a:endParaRPr lang="ko-KR" sz="1200" dirty="0"/>
          </a:p>
        </p:txBody>
      </p:sp>
      <p:sp>
        <p:nvSpPr>
          <p:cNvPr id="4" name="Text 2"/>
          <p:cNvSpPr/>
          <p:nvPr/>
        </p:nvSpPr>
        <p:spPr>
          <a:xfrm>
            <a:off x="10546080" y="6446520"/>
            <a:ext cx="1097280" cy="228600"/>
          </a:xfrm>
          <a:prstGeom prst="rect">
            <a:avLst/>
          </a:prstGeom>
          <a:noFill/>
          <a:ln/>
        </p:spPr>
        <p:txBody>
          <a:bodyPr wrap="square" lIns="0" tIns="0" rIns="0" bIns="0" rtlCol="0" anchor="ctr"/>
          <a:lstStyle/>
          <a:p>
            <a:pPr algn="r" indent="0" marL="0">
              <a:buNone/>
            </a:pPr>
            <a:r>
              <a:rPr lang="ko-KR" altLang="en-US" sz="900" dirty="0">
                <a:solidFill>
                  <a:srgbClr val="64748B"/>
                </a:solidFill>
                <a:latin typeface="Consolas" pitchFamily="34" charset="0"/>
                <a:ea typeface="Consolas" pitchFamily="34" charset="-122"/>
                <a:cs typeface="Consolas" pitchFamily="34" charset="-120"/>
              </a:rPr>
              <a:t>10 / 15</a:t>
            </a:r>
            <a:endParaRPr lang="ko-KR" sz="900" dirty="0"/>
          </a:p>
        </p:txBody>
      </p:sp>
      <p:sp>
        <p:nvSpPr>
          <p:cNvPr id="5" name="Text 3"/>
          <p:cNvSpPr/>
          <p:nvPr/>
        </p:nvSpPr>
        <p:spPr>
          <a:xfrm>
            <a:off x="548640" y="6446520"/>
            <a:ext cx="3657600" cy="228600"/>
          </a:xfrm>
          <a:prstGeom prst="rect">
            <a:avLst/>
          </a:prstGeom>
          <a:noFill/>
          <a:ln/>
        </p:spPr>
        <p:txBody>
          <a:bodyPr wrap="square" lIns="0" tIns="0" rIns="0" bIns="0" rtlCol="0" anchor="ctr"/>
          <a:lstStyle/>
          <a:p>
            <a:pPr indent="0" marL="0">
              <a:buNone/>
            </a:pPr>
            <a:r>
              <a:rPr lang="ko-KR" altLang="en-US" sz="900" dirty="0">
                <a:solidFill>
                  <a:srgbClr val="64748B"/>
                </a:solidFill>
                <a:latin typeface="Malgun Gothic" pitchFamily="34" charset="0"/>
                <a:ea typeface="Malgun Gothic" pitchFamily="34" charset="-122"/>
                <a:cs typeface="Malgun Gothic" pitchFamily="34" charset="-120"/>
              </a:rPr>
              <a:t>SafeSign PhysicalAI · 심기일전</a:t>
            </a:r>
            <a:endParaRPr lang="ko-KR" sz="900" dirty="0"/>
          </a:p>
        </p:txBody>
      </p:sp>
      <p:sp>
        <p:nvSpPr>
          <p:cNvPr id="6" name="Text 4"/>
          <p:cNvSpPr/>
          <p:nvPr/>
        </p:nvSpPr>
        <p:spPr>
          <a:xfrm>
            <a:off x="548640" y="694690"/>
            <a:ext cx="11095355" cy="659130"/>
          </a:xfrm>
          <a:prstGeom prst="rect">
            <a:avLst/>
          </a:prstGeom>
          <a:noFill/>
          <a:ln/>
        </p:spPr>
        <p:txBody>
          <a:bodyPr wrap="square" lIns="0" tIns="0" rIns="0" bIns="0" numCol="1" vert="horz" anchor="t">
            <a:noAutofit/>
          </a:bodyPr>
          <a:lstStyle/>
          <a:p>
            <a:pPr marL="0" indent="0">
              <a:buFontTx/>
              <a:buNone/>
            </a:pPr>
            <a:r>
              <a:rPr lang="ko-KR" altLang="en-US" sz="3000" b="1">
                <a:solidFill>
                  <a:srgbClr val="F1F5F9"/>
                </a:solidFill>
                <a:latin typeface="Malgun Gothic" charset="0"/>
                <a:ea typeface="Malgun Gothic" charset="0"/>
                <a:cs typeface="Malgun Gothic" charset="0"/>
              </a:rPr>
              <a:t>시행 </a:t>
            </a:r>
            <a:r>
              <a:rPr lang="ko-KR" altLang="en-US" sz="3000" b="1">
                <a:solidFill>
                  <a:srgbClr val="F1F5F9"/>
                </a:solidFill>
                <a:latin typeface="Malgun Gothic" charset="0"/>
                <a:ea typeface="Malgun Gothic" charset="0"/>
                <a:cs typeface="Malgun Gothic" charset="0"/>
              </a:rPr>
              <a:t>착</a:t>
            </a:r>
            <a:r>
              <a:rPr lang="ko-KR" altLang="en-US" sz="3000" b="1">
                <a:solidFill>
                  <a:srgbClr val="F1F5F9"/>
                </a:solidFill>
                <a:latin typeface="Malgun Gothic" charset="0"/>
                <a:ea typeface="Malgun Gothic" charset="0"/>
                <a:cs typeface="Malgun Gothic" charset="0"/>
              </a:rPr>
              <a:t>오</a:t>
            </a:r>
            <a:endParaRPr lang="ko-KR" altLang="en-US" sz="3000" b="1">
              <a:solidFill>
                <a:srgbClr val="F1F5F9"/>
              </a:solidFill>
              <a:latin typeface="Malgun Gothic" charset="0"/>
              <a:ea typeface="Malgun Gothic" charset="0"/>
              <a:cs typeface="Malgun Gothic" charset="0"/>
            </a:endParaRPr>
          </a:p>
        </p:txBody>
      </p:sp>
      <p:sp>
        <p:nvSpPr>
          <p:cNvPr id="7" name="Shape 5"/>
          <p:cNvSpPr/>
          <p:nvPr/>
        </p:nvSpPr>
        <p:spPr>
          <a:xfrm>
            <a:off x="548640" y="1508760"/>
            <a:ext cx="5410200" cy="2103120"/>
          </a:xfrm>
          <a:prstGeom prst="rect">
            <a:avLst/>
          </a:prstGeom>
          <a:solidFill>
            <a:srgbClr val="121820"/>
          </a:solidFill>
          <a:ln w="12700">
            <a:solidFill>
              <a:srgbClr val="263241"/>
            </a:solidFill>
            <a:prstDash val="solid"/>
          </a:ln>
        </p:spPr>
      </p:sp>
      <p:sp>
        <p:nvSpPr>
          <p:cNvPr id="8" name="Text 6"/>
          <p:cNvSpPr/>
          <p:nvPr/>
        </p:nvSpPr>
        <p:spPr>
          <a:xfrm>
            <a:off x="777240" y="1673225"/>
            <a:ext cx="4953000" cy="411480"/>
          </a:xfrm>
          <a:prstGeom prst="rect">
            <a:avLst/>
          </a:prstGeom>
          <a:noFill/>
          <a:ln/>
        </p:spPr>
        <p:txBody>
          <a:bodyPr wrap="square" lIns="0" tIns="0" rIns="0" bIns="0" rtlCol="0" anchor="ctr"/>
          <a:lstStyle/>
          <a:p>
            <a:pPr indent="0" marL="0">
              <a:buNone/>
            </a:pPr>
            <a:r>
              <a:rPr lang="ko-KR" altLang="en-US" sz="1900" b="1" dirty="0">
                <a:solidFill>
                  <a:srgbClr val="F1F5F9"/>
                </a:solidFill>
                <a:latin typeface="Malgun Gothic" pitchFamily="34" charset="0"/>
                <a:ea typeface="Malgun Gothic" pitchFamily="34" charset="-122"/>
                <a:cs typeface="Malgun Gothic" pitchFamily="34" charset="-120"/>
              </a:rPr>
              <a:t>시범을 보기도 전에 오답</a:t>
            </a:r>
            <a:endParaRPr lang="ko-KR" sz="1900" dirty="0"/>
          </a:p>
        </p:txBody>
      </p:sp>
      <p:sp>
        <p:nvSpPr>
          <p:cNvPr id="9" name="Text 7"/>
          <p:cNvSpPr/>
          <p:nvPr/>
        </p:nvSpPr>
        <p:spPr>
          <a:xfrm>
            <a:off x="777240" y="2194560"/>
            <a:ext cx="4953000" cy="1280160"/>
          </a:xfrm>
          <a:prstGeom prst="rect">
            <a:avLst/>
          </a:prstGeom>
          <a:noFill/>
          <a:ln/>
        </p:spPr>
        <p:txBody>
          <a:bodyPr wrap="square" lIns="0" tIns="0" rIns="0" bIns="0" rtlCol="0" anchor="t"/>
          <a:lstStyle/>
          <a:p>
            <a:pPr indent="0" marL="0">
              <a:lnSpc>
                <a:spcPct val="110000"/>
              </a:lnSpc>
              <a:spcAft>
                <a:spcPts val="800"/>
              </a:spcAft>
              <a:buNone/>
            </a:pPr>
            <a:r>
              <a:rPr lang="ko-KR" altLang="en-US" sz="1500" b="1" dirty="0">
                <a:solidFill>
                  <a:srgbClr val="64748B"/>
                </a:solidFill>
                <a:latin typeface="Malgun Gothic" pitchFamily="34" charset="0"/>
                <a:ea typeface="Malgun Gothic" pitchFamily="34" charset="-122"/>
                <a:cs typeface="Malgun Gothic" pitchFamily="34" charset="-120"/>
              </a:rPr>
              <a:t>문제  </a:t>
            </a:r>
            <a:pPr indent="0" marL="0">
              <a:lnSpc>
                <a:spcPct val="110000"/>
              </a:lnSpc>
              <a:spcAft>
                <a:spcPts val="800"/>
              </a:spcAft>
              <a:buNone/>
            </a:pPr>
            <a:r>
              <a:rPr lang="ko-KR" altLang="en-US" sz="1500" dirty="0">
                <a:solidFill>
                  <a:srgbClr val="94A3B8"/>
                </a:solidFill>
                <a:latin typeface="Malgun Gothic" pitchFamily="34" charset="0"/>
                <a:ea typeface="Malgun Gothic" pitchFamily="34" charset="-122"/>
                <a:cs typeface="Malgun Gothic" pitchFamily="34" charset="-120"/>
              </a:rPr>
              <a:t>수신호가 바뀌자마자 직전 손모양이 다음 신호의 오답으로 잡힘</a:t>
            </a:r>
            <a:endParaRPr lang="ko-KR" sz="1500" dirty="0"/>
          </a:p>
          <a:p>
            <a:pPr indent="0" marL="0">
              <a:lnSpc>
                <a:spcPct val="110000"/>
              </a:lnSpc>
              <a:spcAft>
                <a:spcPts val="800"/>
              </a:spcAft>
              <a:buNone/>
            </a:pPr>
            <a:r>
              <a:rPr lang="ko-KR" altLang="en-US" sz="1500" b="1" dirty="0">
                <a:solidFill>
                  <a:srgbClr val="F97316"/>
                </a:solidFill>
                <a:latin typeface="Malgun Gothic" pitchFamily="34" charset="0"/>
                <a:ea typeface="Malgun Gothic" pitchFamily="34" charset="-122"/>
                <a:cs typeface="Malgun Gothic" pitchFamily="34" charset="-120"/>
              </a:rPr>
              <a:t>변경  </a:t>
            </a:r>
            <a:pPr indent="0" marL="0">
              <a:lnSpc>
                <a:spcPct val="110000"/>
              </a:lnSpc>
              <a:spcAft>
                <a:spcPts val="800"/>
              </a:spcAft>
              <a:buNone/>
            </a:pPr>
            <a:r>
              <a:rPr lang="ko-KR" altLang="en-US" sz="1500" dirty="0">
                <a:solidFill>
                  <a:srgbClr val="F1F5F9"/>
                </a:solidFill>
                <a:latin typeface="Malgun Gothic" pitchFamily="34" charset="0"/>
                <a:ea typeface="Malgun Gothic" pitchFamily="34" charset="-122"/>
                <a:cs typeface="Malgun Gothic" pitchFamily="34" charset="-120"/>
              </a:rPr>
              <a:t>시범 → 확인 버튼 → 판정으로 단계 분리, 오답은 1초 유지돼야 확정</a:t>
            </a:r>
            <a:endParaRPr lang="ko-KR" sz="1500" dirty="0"/>
          </a:p>
        </p:txBody>
      </p:sp>
      <p:sp>
        <p:nvSpPr>
          <p:cNvPr id="10" name="Shape 8"/>
          <p:cNvSpPr/>
          <p:nvPr/>
        </p:nvSpPr>
        <p:spPr>
          <a:xfrm>
            <a:off x="6233160" y="1508760"/>
            <a:ext cx="5410200" cy="2103120"/>
          </a:xfrm>
          <a:prstGeom prst="rect">
            <a:avLst/>
          </a:prstGeom>
          <a:solidFill>
            <a:srgbClr val="121820"/>
          </a:solidFill>
          <a:ln w="12700">
            <a:solidFill>
              <a:srgbClr val="263241"/>
            </a:solidFill>
            <a:prstDash val="solid"/>
          </a:ln>
        </p:spPr>
      </p:sp>
      <p:sp>
        <p:nvSpPr>
          <p:cNvPr id="11" name="Text 9"/>
          <p:cNvSpPr/>
          <p:nvPr/>
        </p:nvSpPr>
        <p:spPr>
          <a:xfrm>
            <a:off x="6461760" y="1673225"/>
            <a:ext cx="4953000" cy="411480"/>
          </a:xfrm>
          <a:prstGeom prst="rect">
            <a:avLst/>
          </a:prstGeom>
          <a:noFill/>
          <a:ln/>
        </p:spPr>
        <p:txBody>
          <a:bodyPr wrap="square" lIns="0" tIns="0" rIns="0" bIns="0" rtlCol="0" anchor="ctr"/>
          <a:lstStyle/>
          <a:p>
            <a:pPr indent="0" marL="0">
              <a:buNone/>
            </a:pPr>
            <a:r>
              <a:rPr lang="ko-KR" altLang="en-US" sz="1900" b="1" dirty="0">
                <a:solidFill>
                  <a:srgbClr val="F1F5F9"/>
                </a:solidFill>
                <a:latin typeface="Malgun Gothic" pitchFamily="34" charset="0"/>
                <a:ea typeface="Malgun Gothic" pitchFamily="34" charset="-122"/>
                <a:cs typeface="Malgun Gothic" pitchFamily="34" charset="-120"/>
              </a:rPr>
              <a:t>틀리면 끝나지 않는 교육</a:t>
            </a:r>
            <a:endParaRPr lang="ko-KR" sz="1900" dirty="0"/>
          </a:p>
        </p:txBody>
      </p:sp>
      <p:sp>
        <p:nvSpPr>
          <p:cNvPr id="12" name="Text 10"/>
          <p:cNvSpPr/>
          <p:nvPr/>
        </p:nvSpPr>
        <p:spPr>
          <a:xfrm>
            <a:off x="6461760" y="2194560"/>
            <a:ext cx="4953000" cy="1280160"/>
          </a:xfrm>
          <a:prstGeom prst="rect">
            <a:avLst/>
          </a:prstGeom>
          <a:noFill/>
          <a:ln/>
        </p:spPr>
        <p:txBody>
          <a:bodyPr wrap="square" lIns="0" tIns="0" rIns="0" bIns="0" rtlCol="0" anchor="t"/>
          <a:lstStyle/>
          <a:p>
            <a:pPr indent="0" marL="0">
              <a:lnSpc>
                <a:spcPct val="110000"/>
              </a:lnSpc>
              <a:spcAft>
                <a:spcPts val="800"/>
              </a:spcAft>
              <a:buNone/>
            </a:pPr>
            <a:r>
              <a:rPr lang="ko-KR" altLang="en-US" sz="1500" b="1" dirty="0">
                <a:solidFill>
                  <a:srgbClr val="64748B"/>
                </a:solidFill>
                <a:latin typeface="Malgun Gothic" pitchFamily="34" charset="0"/>
                <a:ea typeface="Malgun Gothic" pitchFamily="34" charset="-122"/>
                <a:cs typeface="Malgun Gothic" pitchFamily="34" charset="-120"/>
              </a:rPr>
              <a:t>문제  </a:t>
            </a:r>
            <a:pPr indent="0" marL="0">
              <a:lnSpc>
                <a:spcPct val="110000"/>
              </a:lnSpc>
              <a:spcAft>
                <a:spcPts val="800"/>
              </a:spcAft>
              <a:buNone/>
            </a:pPr>
            <a:r>
              <a:rPr lang="ko-KR" altLang="en-US" sz="1500" dirty="0">
                <a:solidFill>
                  <a:srgbClr val="94A3B8"/>
                </a:solidFill>
                <a:latin typeface="Malgun Gothic" pitchFamily="34" charset="0"/>
                <a:ea typeface="Malgun Gothic" pitchFamily="34" charset="-122"/>
                <a:cs typeface="Malgun Gothic" pitchFamily="34" charset="-120"/>
              </a:rPr>
              <a:t>시도 횟수 제한이 없어 다음 신호로 못 넘어감</a:t>
            </a:r>
            <a:endParaRPr lang="ko-KR" sz="1500" dirty="0"/>
          </a:p>
          <a:p>
            <a:pPr indent="0" marL="0">
              <a:lnSpc>
                <a:spcPct val="110000"/>
              </a:lnSpc>
              <a:spcAft>
                <a:spcPts val="800"/>
              </a:spcAft>
              <a:buNone/>
            </a:pPr>
            <a:r>
              <a:rPr lang="ko-KR" altLang="en-US" sz="1500" b="1" dirty="0">
                <a:solidFill>
                  <a:srgbClr val="F97316"/>
                </a:solidFill>
                <a:latin typeface="Malgun Gothic" pitchFamily="34" charset="0"/>
                <a:ea typeface="Malgun Gothic" pitchFamily="34" charset="-122"/>
                <a:cs typeface="Malgun Gothic" pitchFamily="34" charset="-120"/>
              </a:rPr>
              <a:t>변경  </a:t>
            </a:r>
            <a:pPr indent="0" marL="0">
              <a:lnSpc>
                <a:spcPct val="110000"/>
              </a:lnSpc>
              <a:spcAft>
                <a:spcPts val="800"/>
              </a:spcAft>
              <a:buNone/>
            </a:pPr>
            <a:r>
              <a:rPr lang="ko-KR" altLang="en-US" sz="1500" dirty="0">
                <a:solidFill>
                  <a:srgbClr val="F1F5F9"/>
                </a:solidFill>
                <a:latin typeface="Malgun Gothic" pitchFamily="34" charset="0"/>
                <a:ea typeface="Malgun Gothic" pitchFamily="34" charset="-122"/>
                <a:cs typeface="Malgun Gothic" pitchFamily="34" charset="-120"/>
              </a:rPr>
              <a:t>수신호마다 시도 3회, 판정 1회 10초 제한</a:t>
            </a:r>
            <a:endParaRPr lang="ko-KR" sz="1500" dirty="0"/>
          </a:p>
        </p:txBody>
      </p:sp>
      <p:sp>
        <p:nvSpPr>
          <p:cNvPr id="13" name="Shape 11"/>
          <p:cNvSpPr/>
          <p:nvPr/>
        </p:nvSpPr>
        <p:spPr>
          <a:xfrm>
            <a:off x="548640" y="3813175"/>
            <a:ext cx="5410200" cy="2103120"/>
          </a:xfrm>
          <a:prstGeom prst="rect">
            <a:avLst/>
          </a:prstGeom>
          <a:solidFill>
            <a:srgbClr val="121820"/>
          </a:solidFill>
          <a:ln w="12700">
            <a:solidFill>
              <a:srgbClr val="F97316"/>
            </a:solidFill>
            <a:prstDash val="solid"/>
          </a:ln>
        </p:spPr>
      </p:sp>
      <p:sp>
        <p:nvSpPr>
          <p:cNvPr id="14" name="Text 12"/>
          <p:cNvSpPr/>
          <p:nvPr/>
        </p:nvSpPr>
        <p:spPr>
          <a:xfrm>
            <a:off x="777240" y="3977640"/>
            <a:ext cx="4953000" cy="411480"/>
          </a:xfrm>
          <a:prstGeom prst="rect">
            <a:avLst/>
          </a:prstGeom>
          <a:noFill/>
          <a:ln/>
        </p:spPr>
        <p:txBody>
          <a:bodyPr wrap="square" lIns="0" tIns="0" rIns="0" bIns="0" rtlCol="0" anchor="ctr"/>
          <a:lstStyle/>
          <a:p>
            <a:pPr indent="0" marL="0">
              <a:buNone/>
            </a:pPr>
            <a:r>
              <a:rPr lang="ko-KR" altLang="en-US" sz="1900" b="1" dirty="0">
                <a:solidFill>
                  <a:srgbClr val="F97316"/>
                </a:solidFill>
                <a:latin typeface="Malgun Gothic" pitchFamily="34" charset="0"/>
                <a:ea typeface="Malgun Gothic" pitchFamily="34" charset="-122"/>
                <a:cs typeface="Malgun Gothic" pitchFamily="34" charset="-120"/>
              </a:rPr>
              <a:t>화면은 정상인데 picar는 멈춤</a:t>
            </a:r>
            <a:endParaRPr lang="ko-KR" sz="1900" dirty="0"/>
          </a:p>
        </p:txBody>
      </p:sp>
      <p:sp>
        <p:nvSpPr>
          <p:cNvPr id="15" name="Text 13"/>
          <p:cNvSpPr/>
          <p:nvPr/>
        </p:nvSpPr>
        <p:spPr>
          <a:xfrm>
            <a:off x="777240" y="4498975"/>
            <a:ext cx="4953000" cy="1280160"/>
          </a:xfrm>
          <a:prstGeom prst="rect">
            <a:avLst/>
          </a:prstGeom>
          <a:noFill/>
          <a:ln/>
        </p:spPr>
        <p:txBody>
          <a:bodyPr wrap="square" lIns="0" tIns="0" rIns="0" bIns="0" rtlCol="0" anchor="t"/>
          <a:lstStyle/>
          <a:p>
            <a:pPr indent="0" marL="0">
              <a:lnSpc>
                <a:spcPct val="110000"/>
              </a:lnSpc>
              <a:spcAft>
                <a:spcPts val="800"/>
              </a:spcAft>
              <a:buNone/>
            </a:pPr>
            <a:r>
              <a:rPr lang="ko-KR" altLang="en-US" sz="1500" b="1" dirty="0">
                <a:solidFill>
                  <a:srgbClr val="64748B"/>
                </a:solidFill>
                <a:latin typeface="Malgun Gothic" pitchFamily="34" charset="0"/>
                <a:ea typeface="Malgun Gothic" pitchFamily="34" charset="-122"/>
                <a:cs typeface="Malgun Gothic" pitchFamily="34" charset="-120"/>
              </a:rPr>
              <a:t>문제  </a:t>
            </a:r>
            <a:pPr indent="0" marL="0">
              <a:lnSpc>
                <a:spcPct val="110000"/>
              </a:lnSpc>
              <a:spcAft>
                <a:spcPts val="800"/>
              </a:spcAft>
              <a:buNone/>
            </a:pPr>
            <a:r>
              <a:rPr lang="ko-KR" altLang="en-US" sz="1500" dirty="0">
                <a:solidFill>
                  <a:srgbClr val="94A3B8"/>
                </a:solidFill>
                <a:latin typeface="Malgun Gothic" pitchFamily="34" charset="0"/>
                <a:ea typeface="Malgun Gothic" pitchFamily="34" charset="-122"/>
                <a:cs typeface="Malgun Gothic" pitchFamily="34" charset="-120"/>
              </a:rPr>
              <a:t>picar 모터가 안 돌아도 화면에는 정상으로 표시</a:t>
            </a:r>
            <a:endParaRPr lang="ko-KR" sz="1500" dirty="0"/>
          </a:p>
          <a:p>
            <a:pPr indent="0" marL="0">
              <a:lnSpc>
                <a:spcPct val="110000"/>
              </a:lnSpc>
              <a:spcAft>
                <a:spcPts val="800"/>
              </a:spcAft>
              <a:buNone/>
            </a:pPr>
            <a:r>
              <a:rPr lang="ko-KR" altLang="en-US" sz="1500" b="1" dirty="0">
                <a:solidFill>
                  <a:srgbClr val="F97316"/>
                </a:solidFill>
                <a:latin typeface="Malgun Gothic" pitchFamily="34" charset="0"/>
                <a:ea typeface="Malgun Gothic" pitchFamily="34" charset="-122"/>
                <a:cs typeface="Malgun Gothic" pitchFamily="34" charset="-120"/>
              </a:rPr>
              <a:t>변경  </a:t>
            </a:r>
            <a:pPr indent="0" marL="0">
              <a:lnSpc>
                <a:spcPct val="110000"/>
              </a:lnSpc>
              <a:spcAft>
                <a:spcPts val="800"/>
              </a:spcAft>
              <a:buNone/>
            </a:pPr>
            <a:r>
              <a:rPr lang="ko-KR" altLang="en-US" sz="1500" dirty="0">
                <a:solidFill>
                  <a:srgbClr val="F1F5F9"/>
                </a:solidFill>
                <a:latin typeface="Malgun Gothic" pitchFamily="34" charset="0"/>
                <a:ea typeface="Malgun Gothic" pitchFamily="34" charset="-122"/>
                <a:cs typeface="Malgun Gothic" pitchFamily="34" charset="-120"/>
              </a:rPr>
              <a:t>장치 응답 내용까지 확인, 화면 위에 장치 상태 표시</a:t>
            </a:r>
            <a:endParaRPr lang="ko-KR" sz="1500" dirty="0"/>
          </a:p>
        </p:txBody>
      </p:sp>
      <p:sp>
        <p:nvSpPr>
          <p:cNvPr id="16" name="Shape 14"/>
          <p:cNvSpPr/>
          <p:nvPr/>
        </p:nvSpPr>
        <p:spPr>
          <a:xfrm>
            <a:off x="6233160" y="3813175"/>
            <a:ext cx="5410200" cy="2103120"/>
          </a:xfrm>
          <a:prstGeom prst="rect">
            <a:avLst/>
          </a:prstGeom>
          <a:solidFill>
            <a:srgbClr val="121820"/>
          </a:solidFill>
          <a:ln w="12700">
            <a:solidFill>
              <a:srgbClr val="263241"/>
            </a:solidFill>
            <a:prstDash val="solid"/>
          </a:ln>
        </p:spPr>
      </p:sp>
      <p:sp>
        <p:nvSpPr>
          <p:cNvPr id="17" name="Text 15"/>
          <p:cNvSpPr/>
          <p:nvPr/>
        </p:nvSpPr>
        <p:spPr>
          <a:xfrm>
            <a:off x="6461760" y="3977640"/>
            <a:ext cx="4953000" cy="411480"/>
          </a:xfrm>
          <a:prstGeom prst="rect">
            <a:avLst/>
          </a:prstGeom>
          <a:noFill/>
          <a:ln/>
        </p:spPr>
        <p:txBody>
          <a:bodyPr wrap="square" lIns="0" tIns="0" rIns="0" bIns="0" rtlCol="0" anchor="ctr"/>
          <a:lstStyle/>
          <a:p>
            <a:pPr indent="0" marL="0">
              <a:buNone/>
            </a:pPr>
            <a:r>
              <a:rPr lang="ko-KR" altLang="en-US" sz="1900" b="1" dirty="0">
                <a:solidFill>
                  <a:srgbClr val="F1F5F9"/>
                </a:solidFill>
                <a:latin typeface="Malgun Gothic" pitchFamily="34" charset="0"/>
                <a:ea typeface="Malgun Gothic" pitchFamily="34" charset="-122"/>
                <a:cs typeface="Malgun Gothic" pitchFamily="34" charset="-120"/>
              </a:rPr>
              <a:t>부풀려진 정확도 98.81%</a:t>
            </a:r>
            <a:endParaRPr lang="ko-KR" sz="1900" dirty="0"/>
          </a:p>
        </p:txBody>
      </p:sp>
      <p:sp>
        <p:nvSpPr>
          <p:cNvPr id="18" name="Text 16"/>
          <p:cNvSpPr/>
          <p:nvPr/>
        </p:nvSpPr>
        <p:spPr>
          <a:xfrm>
            <a:off x="6461760" y="4498975"/>
            <a:ext cx="4953000" cy="1280160"/>
          </a:xfrm>
          <a:prstGeom prst="rect">
            <a:avLst/>
          </a:prstGeom>
          <a:noFill/>
          <a:ln/>
        </p:spPr>
        <p:txBody>
          <a:bodyPr wrap="square" lIns="0" tIns="0" rIns="0" bIns="0" rtlCol="0" anchor="t"/>
          <a:lstStyle/>
          <a:p>
            <a:pPr indent="0" marL="0">
              <a:lnSpc>
                <a:spcPct val="110000"/>
              </a:lnSpc>
              <a:spcAft>
                <a:spcPts val="800"/>
              </a:spcAft>
              <a:buNone/>
            </a:pPr>
            <a:r>
              <a:rPr lang="ko-KR" altLang="en-US" sz="1500" b="1" dirty="0">
                <a:solidFill>
                  <a:srgbClr val="64748B"/>
                </a:solidFill>
                <a:latin typeface="Malgun Gothic" pitchFamily="34" charset="0"/>
                <a:ea typeface="Malgun Gothic" pitchFamily="34" charset="-122"/>
                <a:cs typeface="Malgun Gothic" pitchFamily="34" charset="-120"/>
              </a:rPr>
              <a:t>문제  </a:t>
            </a:r>
            <a:pPr indent="0" marL="0">
              <a:lnSpc>
                <a:spcPct val="110000"/>
              </a:lnSpc>
              <a:spcAft>
                <a:spcPts val="800"/>
              </a:spcAft>
              <a:buNone/>
            </a:pPr>
            <a:r>
              <a:rPr lang="ko-KR" altLang="en-US" sz="1500" dirty="0">
                <a:solidFill>
                  <a:srgbClr val="94A3B8"/>
                </a:solidFill>
                <a:latin typeface="Malgun Gothic" pitchFamily="34" charset="0"/>
                <a:ea typeface="Malgun Gothic" pitchFamily="34" charset="-122"/>
                <a:cs typeface="Malgun Gothic" pitchFamily="34" charset="-120"/>
              </a:rPr>
              <a:t>같은 사진의 복사본이 학습과 평가 양쪽에 섞임</a:t>
            </a:r>
            <a:endParaRPr lang="ko-KR" sz="1500" dirty="0"/>
          </a:p>
          <a:p>
            <a:pPr indent="0" marL="0">
              <a:lnSpc>
                <a:spcPct val="110000"/>
              </a:lnSpc>
              <a:spcAft>
                <a:spcPts val="800"/>
              </a:spcAft>
              <a:buNone/>
            </a:pPr>
            <a:r>
              <a:rPr lang="ko-KR" altLang="en-US" sz="1500" b="1" dirty="0">
                <a:solidFill>
                  <a:srgbClr val="F97316"/>
                </a:solidFill>
                <a:latin typeface="Malgun Gothic" pitchFamily="34" charset="0"/>
                <a:ea typeface="Malgun Gothic" pitchFamily="34" charset="-122"/>
                <a:cs typeface="Malgun Gothic" pitchFamily="34" charset="-120"/>
              </a:rPr>
              <a:t>변경  </a:t>
            </a:r>
            <a:pPr indent="0" marL="0">
              <a:lnSpc>
                <a:spcPct val="110000"/>
              </a:lnSpc>
              <a:spcAft>
                <a:spcPts val="800"/>
              </a:spcAft>
              <a:buNone/>
            </a:pPr>
            <a:r>
              <a:rPr lang="ko-KR" altLang="en-US" sz="1500" dirty="0">
                <a:solidFill>
                  <a:srgbClr val="F1F5F9"/>
                </a:solidFill>
                <a:latin typeface="Malgun Gothic" pitchFamily="34" charset="0"/>
                <a:ea typeface="Malgun Gothic" pitchFamily="34" charset="-122"/>
                <a:cs typeface="Malgun Gothic" pitchFamily="34" charset="-120"/>
              </a:rPr>
              <a:t>촬영 묶음(세션) 단위로 나눠 평가 → 실제 77.6%, 특징 개선 후 88.7%</a:t>
            </a:r>
            <a:endParaRPr lang="ko-KR" sz="1500"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xmlns:p14="http://schemas.microsoft.com/office/powerpoint/2010/main">
  <p:cSld name="Slide 10">
    <p:bg>
      <p:bgPr>
        <a:solidFill>
          <a:srgbClr val="0D1217"/>
        </a:solidFill>
      </p:bgPr>
    </p:bg>
    <p:spTree>
      <p:nvGrpSpPr>
        <p:cNvPr id="1" name=""/>
        <p:cNvGrpSpPr/>
        <p:nvPr/>
      </p:nvGrpSpPr>
      <p:grpSpPr>
        <a:xfrm>
          <a:off x="0" y="0"/>
          <a:ext cx="0" cy="0"/>
          <a:chOff x="0" y="0"/>
          <a:chExt cx="0" cy="0"/>
        </a:xfrm>
      </p:grpSpPr>
      <p:sp>
        <p:nvSpPr>
          <p:cNvPr id="2" name="Shape 0"/>
          <p:cNvSpPr/>
          <p:nvPr/>
        </p:nvSpPr>
        <p:spPr>
          <a:xfrm>
            <a:off x="548640" y="457200"/>
            <a:ext cx="100330" cy="100330"/>
          </a:xfrm>
          <a:prstGeom prst="rect">
            <a:avLst/>
          </a:prstGeom>
          <a:solidFill>
            <a:srgbClr val="F97316"/>
          </a:solidFill>
          <a:ln w="12700">
            <a:solidFill>
              <a:srgbClr val="F97316"/>
            </a:solidFill>
            <a:prstDash val="solid"/>
          </a:ln>
        </p:spPr>
      </p:sp>
      <p:sp>
        <p:nvSpPr>
          <p:cNvPr id="3" name="Text 1"/>
          <p:cNvSpPr/>
          <p:nvPr/>
        </p:nvSpPr>
        <p:spPr>
          <a:xfrm>
            <a:off x="749935" y="356870"/>
            <a:ext cx="7315200" cy="292735"/>
          </a:xfrm>
          <a:prstGeom prst="rect">
            <a:avLst/>
          </a:prstGeom>
          <a:noFill/>
          <a:ln/>
        </p:spPr>
        <p:txBody>
          <a:bodyPr wrap="square" lIns="0" tIns="0" rIns="0" bIns="0" rtlCol="0" anchor="ctr"/>
          <a:lstStyle/>
          <a:p>
            <a:pPr indent="0" marL="0">
              <a:buNone/>
            </a:pPr>
            <a:r>
              <a:rPr lang="ko-KR" altLang="en-US" sz="1200" dirty="0">
                <a:solidFill>
                  <a:srgbClr val="94A3B8"/>
                </a:solidFill>
                <a:latin typeface="Malgun Gothic" pitchFamily="34" charset="0"/>
                <a:ea typeface="Malgun Gothic" pitchFamily="34" charset="-122"/>
                <a:cs typeface="Malgun Gothic" pitchFamily="34" charset="-120"/>
              </a:rPr>
              <a:t>11   판정 결과</a:t>
            </a:r>
            <a:endParaRPr lang="ko-KR" sz="1200" dirty="0"/>
          </a:p>
        </p:txBody>
      </p:sp>
      <p:sp>
        <p:nvSpPr>
          <p:cNvPr id="4" name="Text 2"/>
          <p:cNvSpPr/>
          <p:nvPr/>
        </p:nvSpPr>
        <p:spPr>
          <a:xfrm>
            <a:off x="10546080" y="6446520"/>
            <a:ext cx="1097280" cy="228600"/>
          </a:xfrm>
          <a:prstGeom prst="rect">
            <a:avLst/>
          </a:prstGeom>
          <a:noFill/>
          <a:ln/>
        </p:spPr>
        <p:txBody>
          <a:bodyPr wrap="square" lIns="0" tIns="0" rIns="0" bIns="0" rtlCol="0" anchor="ctr"/>
          <a:lstStyle/>
          <a:p>
            <a:pPr algn="r" indent="0" marL="0">
              <a:buNone/>
            </a:pPr>
            <a:r>
              <a:rPr lang="ko-KR" altLang="en-US" sz="900" dirty="0">
                <a:solidFill>
                  <a:srgbClr val="64748B"/>
                </a:solidFill>
                <a:latin typeface="Consolas" pitchFamily="34" charset="0"/>
                <a:ea typeface="Consolas" pitchFamily="34" charset="-122"/>
                <a:cs typeface="Consolas" pitchFamily="34" charset="-120"/>
              </a:rPr>
              <a:t>11 / 15</a:t>
            </a:r>
            <a:endParaRPr lang="ko-KR" sz="900" dirty="0"/>
          </a:p>
        </p:txBody>
      </p:sp>
      <p:sp>
        <p:nvSpPr>
          <p:cNvPr id="5" name="Text 3"/>
          <p:cNvSpPr/>
          <p:nvPr/>
        </p:nvSpPr>
        <p:spPr>
          <a:xfrm>
            <a:off x="548640" y="6446520"/>
            <a:ext cx="3657600" cy="228600"/>
          </a:xfrm>
          <a:prstGeom prst="rect">
            <a:avLst/>
          </a:prstGeom>
          <a:noFill/>
          <a:ln/>
        </p:spPr>
        <p:txBody>
          <a:bodyPr wrap="square" lIns="0" tIns="0" rIns="0" bIns="0" rtlCol="0" anchor="ctr"/>
          <a:lstStyle/>
          <a:p>
            <a:pPr indent="0" marL="0">
              <a:buNone/>
            </a:pPr>
            <a:r>
              <a:rPr lang="ko-KR" altLang="en-US" sz="900" dirty="0">
                <a:solidFill>
                  <a:srgbClr val="64748B"/>
                </a:solidFill>
                <a:latin typeface="Malgun Gothic" pitchFamily="34" charset="0"/>
                <a:ea typeface="Malgun Gothic" pitchFamily="34" charset="-122"/>
                <a:cs typeface="Malgun Gothic" pitchFamily="34" charset="-120"/>
              </a:rPr>
              <a:t>SafeSign PhysicalAI · 심기일전</a:t>
            </a:r>
            <a:endParaRPr lang="ko-KR" sz="900" dirty="0"/>
          </a:p>
        </p:txBody>
      </p:sp>
      <p:sp>
        <p:nvSpPr>
          <p:cNvPr id="6" name="Text 4"/>
          <p:cNvSpPr/>
          <p:nvPr/>
        </p:nvSpPr>
        <p:spPr>
          <a:xfrm>
            <a:off x="548640" y="694690"/>
            <a:ext cx="11094720" cy="658495"/>
          </a:xfrm>
          <a:prstGeom prst="rect">
            <a:avLst/>
          </a:prstGeom>
          <a:noFill/>
          <a:ln/>
        </p:spPr>
        <p:txBody>
          <a:bodyPr wrap="square" lIns="0" tIns="0" rIns="0" bIns="0" rtlCol="0" anchor="t"/>
          <a:lstStyle/>
          <a:p>
            <a:pPr indent="0" marL="0">
              <a:buNone/>
            </a:pPr>
            <a:r>
              <a:rPr lang="ko-KR" altLang="en-US" sz="3000" b="1" dirty="0">
                <a:solidFill>
                  <a:srgbClr val="F1F5F9"/>
                </a:solidFill>
                <a:latin typeface="Malgun Gothic" pitchFamily="34" charset="0"/>
                <a:ea typeface="Malgun Gothic" pitchFamily="34" charset="-122"/>
                <a:cs typeface="Malgun Gothic" pitchFamily="34" charset="-120"/>
              </a:rPr>
              <a:t>판정 결과</a:t>
            </a:r>
            <a:endParaRPr lang="ko-KR" sz="3000" dirty="0"/>
          </a:p>
        </p:txBody>
      </p:sp>
      <p:sp>
        <p:nvSpPr>
          <p:cNvPr id="7" name="Text 5"/>
          <p:cNvSpPr/>
          <p:nvPr/>
        </p:nvSpPr>
        <p:spPr>
          <a:xfrm>
            <a:off x="548640" y="1554480"/>
            <a:ext cx="3566160" cy="365760"/>
          </a:xfrm>
          <a:prstGeom prst="rect">
            <a:avLst/>
          </a:prstGeom>
          <a:noFill/>
          <a:ln/>
        </p:spPr>
        <p:txBody>
          <a:bodyPr wrap="square" lIns="0" tIns="0" rIns="0" bIns="0" rtlCol="0" anchor="ctr"/>
          <a:lstStyle/>
          <a:p>
            <a:pPr indent="0" marL="0">
              <a:buNone/>
            </a:pPr>
            <a:r>
              <a:rPr lang="ko-KR" altLang="en-US" sz="1800" b="1" dirty="0">
                <a:solidFill>
                  <a:srgbClr val="94A3B8"/>
                </a:solidFill>
                <a:latin typeface="Malgun Gothic" pitchFamily="34" charset="0"/>
                <a:ea typeface="Malgun Gothic" pitchFamily="34" charset="-122"/>
                <a:cs typeface="Malgun Gothic" pitchFamily="34" charset="-120"/>
              </a:rPr>
              <a:t>정답률</a:t>
            </a:r>
            <a:endParaRPr lang="ko-KR" sz="1800" dirty="0"/>
          </a:p>
        </p:txBody>
      </p:sp>
      <p:sp>
        <p:nvSpPr>
          <p:cNvPr id="8" name="Text 6"/>
          <p:cNvSpPr/>
          <p:nvPr/>
        </p:nvSpPr>
        <p:spPr>
          <a:xfrm>
            <a:off x="548640" y="1874520"/>
            <a:ext cx="3566160" cy="1051560"/>
          </a:xfrm>
          <a:prstGeom prst="rect">
            <a:avLst/>
          </a:prstGeom>
          <a:noFill/>
          <a:ln/>
        </p:spPr>
        <p:txBody>
          <a:bodyPr wrap="square" lIns="0" tIns="0" rIns="0" bIns="0" rtlCol="0" anchor="ctr"/>
          <a:lstStyle/>
          <a:p>
            <a:pPr indent="0" marL="0">
              <a:buNone/>
            </a:pPr>
            <a:r>
              <a:rPr lang="ko-KR" altLang="en-US" sz="6600" b="1" dirty="0">
                <a:solidFill>
                  <a:srgbClr val="F1F5F9"/>
                </a:solidFill>
                <a:latin typeface="Malgun Gothic" pitchFamily="34" charset="0"/>
                <a:ea typeface="Malgun Gothic" pitchFamily="34" charset="-122"/>
                <a:cs typeface="Malgun Gothic" pitchFamily="34" charset="-120"/>
              </a:rPr>
              <a:t>95.2%</a:t>
            </a:r>
            <a:endParaRPr lang="ko-KR" sz="6600" dirty="0"/>
          </a:p>
        </p:txBody>
      </p:sp>
      <p:sp>
        <p:nvSpPr>
          <p:cNvPr id="9" name="Text 7"/>
          <p:cNvSpPr/>
          <p:nvPr/>
        </p:nvSpPr>
        <p:spPr>
          <a:xfrm>
            <a:off x="548640" y="2926080"/>
            <a:ext cx="3566160" cy="320040"/>
          </a:xfrm>
          <a:prstGeom prst="rect">
            <a:avLst/>
          </a:prstGeom>
          <a:noFill/>
          <a:ln/>
        </p:spPr>
        <p:txBody>
          <a:bodyPr wrap="square" lIns="0" tIns="0" rIns="0" bIns="0" rtlCol="0" anchor="ctr"/>
          <a:lstStyle/>
          <a:p>
            <a:pPr indent="0" marL="0">
              <a:buNone/>
            </a:pPr>
            <a:r>
              <a:rPr lang="ko-KR" altLang="en-US" sz="1500" dirty="0">
                <a:solidFill>
                  <a:srgbClr val="94A3B8"/>
                </a:solidFill>
                <a:latin typeface="Malgun Gothic" pitchFamily="34" charset="0"/>
                <a:ea typeface="Malgun Gothic" pitchFamily="34" charset="-122"/>
                <a:cs typeface="Malgun Gothic" pitchFamily="34" charset="-120"/>
              </a:rPr>
              <a:t>200 / 210  ·  목표 92% 이상</a:t>
            </a:r>
            <a:endParaRPr lang="ko-KR" sz="1500" dirty="0"/>
          </a:p>
        </p:txBody>
      </p:sp>
      <p:sp>
        <p:nvSpPr>
          <p:cNvPr id="10" name="Text 8"/>
          <p:cNvSpPr/>
          <p:nvPr/>
        </p:nvSpPr>
        <p:spPr>
          <a:xfrm>
            <a:off x="548640" y="3474720"/>
            <a:ext cx="3566160" cy="347345"/>
          </a:xfrm>
          <a:prstGeom prst="rect">
            <a:avLst/>
          </a:prstGeom>
          <a:noFill/>
          <a:ln/>
        </p:spPr>
        <p:txBody>
          <a:bodyPr wrap="square" lIns="0" tIns="0" rIns="0" bIns="0" rtlCol="0" anchor="ctr"/>
          <a:lstStyle/>
          <a:p>
            <a:pPr indent="0" marL="0">
              <a:buNone/>
            </a:pPr>
            <a:r>
              <a:rPr lang="ko-KR" altLang="en-US" sz="1600" b="1" dirty="0">
                <a:solidFill>
                  <a:srgbClr val="94A3B8"/>
                </a:solidFill>
                <a:latin typeface="Malgun Gothic" pitchFamily="34" charset="0"/>
                <a:ea typeface="Malgun Gothic" pitchFamily="34" charset="-122"/>
                <a:cs typeface="Malgun Gothic" pitchFamily="34" charset="-120"/>
              </a:rPr>
              <a:t>미판정률</a:t>
            </a:r>
            <a:endParaRPr lang="ko-KR" sz="1600" dirty="0"/>
          </a:p>
        </p:txBody>
      </p:sp>
      <p:sp>
        <p:nvSpPr>
          <p:cNvPr id="11" name="Text 9"/>
          <p:cNvSpPr/>
          <p:nvPr/>
        </p:nvSpPr>
        <p:spPr>
          <a:xfrm>
            <a:off x="548640" y="3794760"/>
            <a:ext cx="3566160" cy="731520"/>
          </a:xfrm>
          <a:prstGeom prst="rect">
            <a:avLst/>
          </a:prstGeom>
          <a:noFill/>
          <a:ln/>
        </p:spPr>
        <p:txBody>
          <a:bodyPr wrap="square" lIns="0" tIns="0" rIns="0" bIns="0" rtlCol="0" anchor="ctr"/>
          <a:lstStyle/>
          <a:p>
            <a:pPr indent="0" marL="0">
              <a:buNone/>
            </a:pPr>
            <a:r>
              <a:rPr lang="ko-KR" altLang="en-US" sz="4000" b="1" dirty="0">
                <a:solidFill>
                  <a:srgbClr val="F1F5F9"/>
                </a:solidFill>
                <a:latin typeface="Malgun Gothic" pitchFamily="34" charset="0"/>
                <a:ea typeface="Malgun Gothic" pitchFamily="34" charset="-122"/>
                <a:cs typeface="Malgun Gothic" pitchFamily="34" charset="-120"/>
              </a:rPr>
              <a:t>4.8%</a:t>
            </a:r>
            <a:endParaRPr lang="ko-KR" sz="4000" dirty="0"/>
          </a:p>
        </p:txBody>
      </p:sp>
      <p:graphicFrame>
        <p:nvGraphicFramePr>
          <p:cNvPr id="11" name="Text 9"/>
          <p:cNvGraphicFramePr>
            <a:graphicFrameLocks noGrp="1"/>
          </p:cNvGraphicFramePr>
          <p:nvPr>
            <p:extLst>
              <p:ext uri="{D42A27DB-BD31-4B8C-83A1-F6EECF244321}">
                <p14:modId xmlns:p14="http://schemas.microsoft.com/office/powerpoint/2010/main" val="1579011935"/>
              </p:ext>
            </p:extLst>
          </p:nvPr>
        </p:nvGraphicFramePr>
        <p:xfrm>
          <a:off x="4434840" y="1554480"/>
          <a:ext cx="7208215" cy="914400"/>
        </p:xfrm>
        <a:graphic>
          <a:graphicData uri="http://schemas.openxmlformats.org/drawingml/2006/table">
            <a:tbl>
              <a:tblPr/>
              <a:tblGrid>
                <a:gridCol w="1828800"/>
                <a:gridCol w="1737360"/>
                <a:gridCol w="2103120"/>
                <a:gridCol w="1538935"/>
              </a:tblGrid>
              <a:tr h="329184">
                <a:tc>
                  <a:txBody>
                    <a:bodyPr/>
                    <a:lstStyle/>
                    <a:p>
                      <a:pPr indent="0" marL="0">
                        <a:buNone/>
                      </a:pPr>
                      <a:r>
                        <a:rPr lang="en-US" sz="1300" b="1" dirty="0">
                          <a:solidFill>
                            <a:srgbClr val="F1F5F9"/>
                          </a:solidFill>
                          <a:latin typeface="Malgun Gothic" pitchFamily="34" charset="0"/>
                          <a:ea typeface="Malgun Gothic" pitchFamily="34" charset="-122"/>
                          <a:cs typeface="Malgun Gothic" pitchFamily="34" charset="-120"/>
                        </a:rPr>
                        <a:t>수신호</a:t>
                      </a:r>
                      <a:endParaRPr lang="en-US" sz="1300" dirty="0">
                        <a:latin typeface="Malgun Gothic" charset="0"/>
                        <a:ea typeface="Malgun Gothic" charset="0"/>
                        <a:cs typeface="Malgun Gothic" charset="0"/>
                      </a:endParaRPr>
                    </a:p>
                  </a:txBody>
                  <a:tcPr marL="109728" marR="109728" marT="27432" marB="27432" anchor="ctr">
                    <a:lnL w="9525" cap="flat" cmpd="sng" algn="ctr">
                      <a:solidFill>
                        <a:srgbClr val="263241"/>
                      </a:solidFill>
                      <a:prstDash val="solid"/>
                      <a:round/>
                      <a:headEnd type="none" w="med" len="med"/>
                      <a:tailEnd type="none" w="med" len="med"/>
                    </a:lnL>
                    <a:lnR w="9525" cap="flat" cmpd="sng" algn="ctr">
                      <a:solidFill>
                        <a:srgbClr val="263241"/>
                      </a:solidFill>
                      <a:prstDash val="solid"/>
                      <a:round/>
                      <a:headEnd type="none" w="med" len="med"/>
                      <a:tailEnd type="none" w="med" len="med"/>
                    </a:lnR>
                    <a:lnT w="9525" cap="flat" cmpd="sng" algn="ctr">
                      <a:solidFill>
                        <a:srgbClr val="263241"/>
                      </a:solidFill>
                      <a:prstDash val="solid"/>
                      <a:round/>
                      <a:headEnd type="none" w="med" len="med"/>
                      <a:tailEnd type="none" w="med" len="med"/>
                    </a:lnT>
                    <a:lnB w="9525" cap="flat" cmpd="sng" algn="ctr">
                      <a:solidFill>
                        <a:srgbClr val="263241"/>
                      </a:solidFill>
                      <a:prstDash val="solid"/>
                      <a:round/>
                      <a:headEnd type="none" w="med" len="med"/>
                      <a:tailEnd type="none" w="med" len="med"/>
                    </a:lnB>
                    <a:solidFill>
                      <a:srgbClr val="18202A"/>
                    </a:solidFill>
                  </a:tcPr>
                </a:tc>
                <a:tc>
                  <a:txBody>
                    <a:bodyPr/>
                    <a:lstStyle/>
                    <a:p>
                      <a:pPr indent="0" marL="0">
                        <a:buNone/>
                      </a:pPr>
                      <a:r>
                        <a:rPr lang="en-US" sz="1300" b="1" dirty="0">
                          <a:solidFill>
                            <a:srgbClr val="F1F5F9"/>
                          </a:solidFill>
                          <a:latin typeface="Malgun Gothic" pitchFamily="34" charset="0"/>
                          <a:ea typeface="Malgun Gothic" pitchFamily="34" charset="-122"/>
                          <a:cs typeface="Malgun Gothic" pitchFamily="34" charset="-120"/>
                        </a:rPr>
                        <a:t>학습 데이터 수</a:t>
                      </a:r>
                      <a:endParaRPr lang="en-US" sz="1300" dirty="0">
                        <a:latin typeface="Malgun Gothic" charset="0"/>
                        <a:ea typeface="Malgun Gothic" charset="0"/>
                        <a:cs typeface="Malgun Gothic" charset="0"/>
                      </a:endParaRPr>
                    </a:p>
                  </a:txBody>
                  <a:tcPr marL="109728" marR="109728" marT="27432" marB="27432" anchor="ctr">
                    <a:lnL w="9525" cap="flat" cmpd="sng" algn="ctr">
                      <a:solidFill>
                        <a:srgbClr val="263241"/>
                      </a:solidFill>
                      <a:prstDash val="solid"/>
                      <a:round/>
                      <a:headEnd type="none" w="med" len="med"/>
                      <a:tailEnd type="none" w="med" len="med"/>
                    </a:lnL>
                    <a:lnR w="9525" cap="flat" cmpd="sng" algn="ctr">
                      <a:solidFill>
                        <a:srgbClr val="263241"/>
                      </a:solidFill>
                      <a:prstDash val="solid"/>
                      <a:round/>
                      <a:headEnd type="none" w="med" len="med"/>
                      <a:tailEnd type="none" w="med" len="med"/>
                    </a:lnR>
                    <a:lnT w="9525" cap="flat" cmpd="sng" algn="ctr">
                      <a:solidFill>
                        <a:srgbClr val="263241"/>
                      </a:solidFill>
                      <a:prstDash val="solid"/>
                      <a:round/>
                      <a:headEnd type="none" w="med" len="med"/>
                      <a:tailEnd type="none" w="med" len="med"/>
                    </a:lnT>
                    <a:lnB w="9525" cap="flat" cmpd="sng" algn="ctr">
                      <a:solidFill>
                        <a:srgbClr val="263241"/>
                      </a:solidFill>
                      <a:prstDash val="solid"/>
                      <a:round/>
                      <a:headEnd type="none" w="med" len="med"/>
                      <a:tailEnd type="none" w="med" len="med"/>
                    </a:lnB>
                    <a:solidFill>
                      <a:srgbClr val="18202A"/>
                    </a:solidFill>
                  </a:tcPr>
                </a:tc>
                <a:tc>
                  <a:txBody>
                    <a:bodyPr/>
                    <a:lstStyle/>
                    <a:p>
                      <a:pPr indent="0" marL="0">
                        <a:buNone/>
                      </a:pPr>
                      <a:r>
                        <a:rPr lang="en-US" sz="1300" b="1" dirty="0">
                          <a:solidFill>
                            <a:srgbClr val="F1F5F9"/>
                          </a:solidFill>
                          <a:latin typeface="Malgun Gothic" pitchFamily="34" charset="0"/>
                          <a:ea typeface="Malgun Gothic" pitchFamily="34" charset="-122"/>
                          <a:cs typeface="Malgun Gothic" pitchFamily="34" charset="-120"/>
                        </a:rPr>
                        <a:t>평가 정답 (30회 중)</a:t>
                      </a:r>
                      <a:endParaRPr lang="en-US" sz="1300" dirty="0">
                        <a:latin typeface="Malgun Gothic" charset="0"/>
                        <a:ea typeface="Malgun Gothic" charset="0"/>
                        <a:cs typeface="Malgun Gothic" charset="0"/>
                      </a:endParaRPr>
                    </a:p>
                  </a:txBody>
                  <a:tcPr marL="109728" marR="109728" marT="27432" marB="27432" anchor="ctr">
                    <a:lnL w="9525" cap="flat" cmpd="sng" algn="ctr">
                      <a:solidFill>
                        <a:srgbClr val="263241"/>
                      </a:solidFill>
                      <a:prstDash val="solid"/>
                      <a:round/>
                      <a:headEnd type="none" w="med" len="med"/>
                      <a:tailEnd type="none" w="med" len="med"/>
                    </a:lnL>
                    <a:lnR w="9525" cap="flat" cmpd="sng" algn="ctr">
                      <a:solidFill>
                        <a:srgbClr val="263241"/>
                      </a:solidFill>
                      <a:prstDash val="solid"/>
                      <a:round/>
                      <a:headEnd type="none" w="med" len="med"/>
                      <a:tailEnd type="none" w="med" len="med"/>
                    </a:lnR>
                    <a:lnT w="9525" cap="flat" cmpd="sng" algn="ctr">
                      <a:solidFill>
                        <a:srgbClr val="263241"/>
                      </a:solidFill>
                      <a:prstDash val="solid"/>
                      <a:round/>
                      <a:headEnd type="none" w="med" len="med"/>
                      <a:tailEnd type="none" w="med" len="med"/>
                    </a:lnT>
                    <a:lnB w="9525" cap="flat" cmpd="sng" algn="ctr">
                      <a:solidFill>
                        <a:srgbClr val="263241"/>
                      </a:solidFill>
                      <a:prstDash val="solid"/>
                      <a:round/>
                      <a:headEnd type="none" w="med" len="med"/>
                      <a:tailEnd type="none" w="med" len="med"/>
                    </a:lnB>
                    <a:solidFill>
                      <a:srgbClr val="18202A"/>
                    </a:solidFill>
                  </a:tcPr>
                </a:tc>
                <a:tc>
                  <a:txBody>
                    <a:bodyPr/>
                    <a:lstStyle/>
                    <a:p>
                      <a:pPr indent="0" marL="0">
                        <a:buNone/>
                      </a:pPr>
                      <a:r>
                        <a:rPr lang="en-US" sz="1300" b="1" dirty="0">
                          <a:solidFill>
                            <a:srgbClr val="F1F5F9"/>
                          </a:solidFill>
                          <a:latin typeface="Malgun Gothic" pitchFamily="34" charset="0"/>
                          <a:ea typeface="Malgun Gothic" pitchFamily="34" charset="-122"/>
                          <a:cs typeface="Malgun Gothic" pitchFamily="34" charset="-120"/>
                        </a:rPr>
                        <a:t>정답률</a:t>
                      </a:r>
                      <a:endParaRPr lang="en-US" sz="1300" dirty="0">
                        <a:latin typeface="Malgun Gothic" charset="0"/>
                        <a:ea typeface="Malgun Gothic" charset="0"/>
                        <a:cs typeface="Malgun Gothic" charset="0"/>
                      </a:endParaRPr>
                    </a:p>
                  </a:txBody>
                  <a:tcPr marL="109728" marR="109728" marT="27432" marB="27432" anchor="ctr">
                    <a:lnL w="9525" cap="flat" cmpd="sng" algn="ctr">
                      <a:solidFill>
                        <a:srgbClr val="263241"/>
                      </a:solidFill>
                      <a:prstDash val="solid"/>
                      <a:round/>
                      <a:headEnd type="none" w="med" len="med"/>
                      <a:tailEnd type="none" w="med" len="med"/>
                    </a:lnL>
                    <a:lnR w="9525" cap="flat" cmpd="sng" algn="ctr">
                      <a:solidFill>
                        <a:srgbClr val="263241"/>
                      </a:solidFill>
                      <a:prstDash val="solid"/>
                      <a:round/>
                      <a:headEnd type="none" w="med" len="med"/>
                      <a:tailEnd type="none" w="med" len="med"/>
                    </a:lnR>
                    <a:lnT w="9525" cap="flat" cmpd="sng" algn="ctr">
                      <a:solidFill>
                        <a:srgbClr val="263241"/>
                      </a:solidFill>
                      <a:prstDash val="solid"/>
                      <a:round/>
                      <a:headEnd type="none" w="med" len="med"/>
                      <a:tailEnd type="none" w="med" len="med"/>
                    </a:lnT>
                    <a:lnB w="9525" cap="flat" cmpd="sng" algn="ctr">
                      <a:solidFill>
                        <a:srgbClr val="263241"/>
                      </a:solidFill>
                      <a:prstDash val="solid"/>
                      <a:round/>
                      <a:headEnd type="none" w="med" len="med"/>
                      <a:tailEnd type="none" w="med" len="med"/>
                    </a:lnB>
                    <a:solidFill>
                      <a:srgbClr val="18202A"/>
                    </a:solidFill>
                  </a:tcPr>
                </a:tc>
              </a:tr>
              <a:tr h="329184">
                <a:tc>
                  <a:txBody>
                    <a:bodyPr/>
                    <a:lstStyle/>
                    <a:p>
                      <a:pPr algn="l" indent="0" marL="0">
                        <a:buNone/>
                      </a:pPr>
                      <a:r>
                        <a:rPr lang="en-US" sz="1400" dirty="0">
                          <a:solidFill>
                            <a:srgbClr val="F1F5F9"/>
                          </a:solidFill>
                          <a:latin typeface="Malgun Gothic" pitchFamily="34" charset="0"/>
                          <a:ea typeface="Malgun Gothic" pitchFamily="34" charset="-122"/>
                          <a:cs typeface="Malgun Gothic" pitchFamily="34" charset="-120"/>
                        </a:rPr>
                        <a:t>정지</a:t>
                      </a:r>
                      <a:endParaRPr lang="en-US" sz="1400" dirty="0">
                        <a:latin typeface="Malgun Gothic" charset="0"/>
                        <a:ea typeface="Malgun Gothic" charset="0"/>
                        <a:cs typeface="Malgun Gothic" charset="0"/>
                      </a:endParaRPr>
                    </a:p>
                  </a:txBody>
                  <a:tcPr marL="109728" marR="109728" marT="27432" marB="27432" anchor="ctr">
                    <a:lnL w="9525" cap="flat" cmpd="sng" algn="ctr">
                      <a:solidFill>
                        <a:srgbClr val="263241"/>
                      </a:solidFill>
                      <a:prstDash val="solid"/>
                      <a:round/>
                      <a:headEnd type="none" w="med" len="med"/>
                      <a:tailEnd type="none" w="med" len="med"/>
                    </a:lnL>
                    <a:lnR w="9525" cap="flat" cmpd="sng" algn="ctr">
                      <a:solidFill>
                        <a:srgbClr val="263241"/>
                      </a:solidFill>
                      <a:prstDash val="solid"/>
                      <a:round/>
                      <a:headEnd type="none" w="med" len="med"/>
                      <a:tailEnd type="none" w="med" len="med"/>
                    </a:lnR>
                    <a:lnT w="9525" cap="flat" cmpd="sng" algn="ctr">
                      <a:solidFill>
                        <a:srgbClr val="263241"/>
                      </a:solidFill>
                      <a:prstDash val="solid"/>
                      <a:round/>
                      <a:headEnd type="none" w="med" len="med"/>
                      <a:tailEnd type="none" w="med" len="med"/>
                    </a:lnT>
                    <a:lnB w="9525" cap="flat" cmpd="sng" algn="ctr">
                      <a:solidFill>
                        <a:srgbClr val="263241"/>
                      </a:solidFill>
                      <a:prstDash val="solid"/>
                      <a:round/>
                      <a:headEnd type="none" w="med" len="med"/>
                      <a:tailEnd type="none" w="med" len="med"/>
                    </a:lnB>
                    <a:solidFill>
                      <a:srgbClr val="121820"/>
                    </a:solidFill>
                  </a:tcPr>
                </a:tc>
                <a:tc>
                  <a:txBody>
                    <a:bodyPr/>
                    <a:lstStyle/>
                    <a:p>
                      <a:pPr algn="r" indent="0" marL="0">
                        <a:buNone/>
                      </a:pPr>
                      <a:r>
                        <a:rPr lang="en-US" sz="1400" dirty="0">
                          <a:solidFill>
                            <a:srgbClr val="F1F5F9"/>
                          </a:solidFill>
                          <a:latin typeface="Malgun Gothic" pitchFamily="34" charset="0"/>
                          <a:ea typeface="Malgun Gothic" pitchFamily="34" charset="-122"/>
                          <a:cs typeface="Malgun Gothic" pitchFamily="34" charset="-120"/>
                        </a:rPr>
                        <a:t>308</a:t>
                      </a:r>
                      <a:endParaRPr lang="en-US" sz="1400" dirty="0">
                        <a:latin typeface="Malgun Gothic" charset="0"/>
                        <a:ea typeface="Malgun Gothic" charset="0"/>
                        <a:cs typeface="Malgun Gothic" charset="0"/>
                      </a:endParaRPr>
                    </a:p>
                  </a:txBody>
                  <a:tcPr marL="109728" marR="109728" marT="27432" marB="27432" anchor="ctr">
                    <a:lnL w="9525" cap="flat" cmpd="sng" algn="ctr">
                      <a:solidFill>
                        <a:srgbClr val="263241"/>
                      </a:solidFill>
                      <a:prstDash val="solid"/>
                      <a:round/>
                      <a:headEnd type="none" w="med" len="med"/>
                      <a:tailEnd type="none" w="med" len="med"/>
                    </a:lnL>
                    <a:lnR w="9525" cap="flat" cmpd="sng" algn="ctr">
                      <a:solidFill>
                        <a:srgbClr val="263241"/>
                      </a:solidFill>
                      <a:prstDash val="solid"/>
                      <a:round/>
                      <a:headEnd type="none" w="med" len="med"/>
                      <a:tailEnd type="none" w="med" len="med"/>
                    </a:lnR>
                    <a:lnT w="9525" cap="flat" cmpd="sng" algn="ctr">
                      <a:solidFill>
                        <a:srgbClr val="263241"/>
                      </a:solidFill>
                      <a:prstDash val="solid"/>
                      <a:round/>
                      <a:headEnd type="none" w="med" len="med"/>
                      <a:tailEnd type="none" w="med" len="med"/>
                    </a:lnT>
                    <a:lnB w="9525" cap="flat" cmpd="sng" algn="ctr">
                      <a:solidFill>
                        <a:srgbClr val="263241"/>
                      </a:solidFill>
                      <a:prstDash val="solid"/>
                      <a:round/>
                      <a:headEnd type="none" w="med" len="med"/>
                      <a:tailEnd type="none" w="med" len="med"/>
                    </a:lnB>
                    <a:solidFill>
                      <a:srgbClr val="121820"/>
                    </a:solidFill>
                  </a:tcPr>
                </a:tc>
                <a:tc>
                  <a:txBody>
                    <a:bodyPr/>
                    <a:lstStyle/>
                    <a:p>
                      <a:pPr algn="r" indent="0" marL="0">
                        <a:buNone/>
                      </a:pPr>
                      <a:r>
                        <a:rPr lang="en-US" sz="1400" dirty="0">
                          <a:solidFill>
                            <a:srgbClr val="F1F5F9"/>
                          </a:solidFill>
                          <a:latin typeface="Malgun Gothic" pitchFamily="34" charset="0"/>
                          <a:ea typeface="Malgun Gothic" pitchFamily="34" charset="-122"/>
                          <a:cs typeface="Malgun Gothic" pitchFamily="34" charset="-120"/>
                        </a:rPr>
                        <a:t>30</a:t>
                      </a:r>
                      <a:endParaRPr lang="en-US" sz="1400" dirty="0">
                        <a:latin typeface="Malgun Gothic" charset="0"/>
                        <a:ea typeface="Malgun Gothic" charset="0"/>
                        <a:cs typeface="Malgun Gothic" charset="0"/>
                      </a:endParaRPr>
                    </a:p>
                  </a:txBody>
                  <a:tcPr marL="109728" marR="109728" marT="27432" marB="27432" anchor="ctr">
                    <a:lnL w="9525" cap="flat" cmpd="sng" algn="ctr">
                      <a:solidFill>
                        <a:srgbClr val="263241"/>
                      </a:solidFill>
                      <a:prstDash val="solid"/>
                      <a:round/>
                      <a:headEnd type="none" w="med" len="med"/>
                      <a:tailEnd type="none" w="med" len="med"/>
                    </a:lnL>
                    <a:lnR w="9525" cap="flat" cmpd="sng" algn="ctr">
                      <a:solidFill>
                        <a:srgbClr val="263241"/>
                      </a:solidFill>
                      <a:prstDash val="solid"/>
                      <a:round/>
                      <a:headEnd type="none" w="med" len="med"/>
                      <a:tailEnd type="none" w="med" len="med"/>
                    </a:lnR>
                    <a:lnT w="9525" cap="flat" cmpd="sng" algn="ctr">
                      <a:solidFill>
                        <a:srgbClr val="263241"/>
                      </a:solidFill>
                      <a:prstDash val="solid"/>
                      <a:round/>
                      <a:headEnd type="none" w="med" len="med"/>
                      <a:tailEnd type="none" w="med" len="med"/>
                    </a:lnT>
                    <a:lnB w="9525" cap="flat" cmpd="sng" algn="ctr">
                      <a:solidFill>
                        <a:srgbClr val="263241"/>
                      </a:solidFill>
                      <a:prstDash val="solid"/>
                      <a:round/>
                      <a:headEnd type="none" w="med" len="med"/>
                      <a:tailEnd type="none" w="med" len="med"/>
                    </a:lnB>
                    <a:solidFill>
                      <a:srgbClr val="121820"/>
                    </a:solidFill>
                  </a:tcPr>
                </a:tc>
                <a:tc>
                  <a:txBody>
                    <a:bodyPr/>
                    <a:lstStyle/>
                    <a:p>
                      <a:pPr algn="r" indent="0" marL="0">
                        <a:buNone/>
                      </a:pPr>
                      <a:r>
                        <a:rPr lang="en-US" sz="1400" dirty="0">
                          <a:solidFill>
                            <a:srgbClr val="F1F5F9"/>
                          </a:solidFill>
                          <a:latin typeface="Malgun Gothic" pitchFamily="34" charset="0"/>
                          <a:ea typeface="Malgun Gothic" pitchFamily="34" charset="-122"/>
                          <a:cs typeface="Malgun Gothic" pitchFamily="34" charset="-120"/>
                        </a:rPr>
                        <a:t>100.0%</a:t>
                      </a:r>
                      <a:endParaRPr lang="en-US" sz="1400" dirty="0">
                        <a:latin typeface="Malgun Gothic" charset="0"/>
                        <a:ea typeface="Malgun Gothic" charset="0"/>
                        <a:cs typeface="Malgun Gothic" charset="0"/>
                      </a:endParaRPr>
                    </a:p>
                  </a:txBody>
                  <a:tcPr marL="109728" marR="109728" marT="27432" marB="27432" anchor="ctr">
                    <a:lnL w="9525" cap="flat" cmpd="sng" algn="ctr">
                      <a:solidFill>
                        <a:srgbClr val="263241"/>
                      </a:solidFill>
                      <a:prstDash val="solid"/>
                      <a:round/>
                      <a:headEnd type="none" w="med" len="med"/>
                      <a:tailEnd type="none" w="med" len="med"/>
                    </a:lnL>
                    <a:lnR w="9525" cap="flat" cmpd="sng" algn="ctr">
                      <a:solidFill>
                        <a:srgbClr val="263241"/>
                      </a:solidFill>
                      <a:prstDash val="solid"/>
                      <a:round/>
                      <a:headEnd type="none" w="med" len="med"/>
                      <a:tailEnd type="none" w="med" len="med"/>
                    </a:lnR>
                    <a:lnT w="9525" cap="flat" cmpd="sng" algn="ctr">
                      <a:solidFill>
                        <a:srgbClr val="263241"/>
                      </a:solidFill>
                      <a:prstDash val="solid"/>
                      <a:round/>
                      <a:headEnd type="none" w="med" len="med"/>
                      <a:tailEnd type="none" w="med" len="med"/>
                    </a:lnT>
                    <a:lnB w="9525" cap="flat" cmpd="sng" algn="ctr">
                      <a:solidFill>
                        <a:srgbClr val="263241"/>
                      </a:solidFill>
                      <a:prstDash val="solid"/>
                      <a:round/>
                      <a:headEnd type="none" w="med" len="med"/>
                      <a:tailEnd type="none" w="med" len="med"/>
                    </a:lnB>
                    <a:solidFill>
                      <a:srgbClr val="121820"/>
                    </a:solidFill>
                  </a:tcPr>
                </a:tc>
              </a:tr>
              <a:tr h="329184">
                <a:tc>
                  <a:txBody>
                    <a:bodyPr/>
                    <a:lstStyle/>
                    <a:p>
                      <a:pPr algn="l" indent="0" marL="0">
                        <a:buNone/>
                      </a:pPr>
                      <a:r>
                        <a:rPr lang="en-US" sz="1400" dirty="0">
                          <a:solidFill>
                            <a:srgbClr val="F1F5F9"/>
                          </a:solidFill>
                          <a:latin typeface="Malgun Gothic" pitchFamily="34" charset="0"/>
                          <a:ea typeface="Malgun Gothic" pitchFamily="34" charset="-122"/>
                          <a:cs typeface="Malgun Gothic" pitchFamily="34" charset="-120"/>
                        </a:rPr>
                        <a:t>서행</a:t>
                      </a:r>
                      <a:endParaRPr lang="en-US" sz="1400" dirty="0">
                        <a:latin typeface="Malgun Gothic" charset="0"/>
                        <a:ea typeface="Malgun Gothic" charset="0"/>
                        <a:cs typeface="Malgun Gothic" charset="0"/>
                      </a:endParaRPr>
                    </a:p>
                  </a:txBody>
                  <a:tcPr marL="109728" marR="109728" marT="27432" marB="27432" anchor="ctr">
                    <a:lnL w="9525" cap="flat" cmpd="sng" algn="ctr">
                      <a:solidFill>
                        <a:srgbClr val="263241"/>
                      </a:solidFill>
                      <a:prstDash val="solid"/>
                      <a:round/>
                      <a:headEnd type="none" w="med" len="med"/>
                      <a:tailEnd type="none" w="med" len="med"/>
                    </a:lnL>
                    <a:lnR w="9525" cap="flat" cmpd="sng" algn="ctr">
                      <a:solidFill>
                        <a:srgbClr val="263241"/>
                      </a:solidFill>
                      <a:prstDash val="solid"/>
                      <a:round/>
                      <a:headEnd type="none" w="med" len="med"/>
                      <a:tailEnd type="none" w="med" len="med"/>
                    </a:lnR>
                    <a:lnT w="9525" cap="flat" cmpd="sng" algn="ctr">
                      <a:solidFill>
                        <a:srgbClr val="263241"/>
                      </a:solidFill>
                      <a:prstDash val="solid"/>
                      <a:round/>
                      <a:headEnd type="none" w="med" len="med"/>
                      <a:tailEnd type="none" w="med" len="med"/>
                    </a:lnT>
                    <a:lnB w="9525" cap="flat" cmpd="sng" algn="ctr">
                      <a:solidFill>
                        <a:srgbClr val="263241"/>
                      </a:solidFill>
                      <a:prstDash val="solid"/>
                      <a:round/>
                      <a:headEnd type="none" w="med" len="med"/>
                      <a:tailEnd type="none" w="med" len="med"/>
                    </a:lnB>
                    <a:solidFill>
                      <a:srgbClr val="121820"/>
                    </a:solidFill>
                  </a:tcPr>
                </a:tc>
                <a:tc>
                  <a:txBody>
                    <a:bodyPr/>
                    <a:lstStyle/>
                    <a:p>
                      <a:pPr algn="r" indent="0" marL="0">
                        <a:buNone/>
                      </a:pPr>
                      <a:r>
                        <a:rPr lang="en-US" sz="1400" dirty="0">
                          <a:solidFill>
                            <a:srgbClr val="F1F5F9"/>
                          </a:solidFill>
                          <a:latin typeface="Malgun Gothic" pitchFamily="34" charset="0"/>
                          <a:ea typeface="Malgun Gothic" pitchFamily="34" charset="-122"/>
                          <a:cs typeface="Malgun Gothic" pitchFamily="34" charset="-120"/>
                        </a:rPr>
                        <a:t>4,637</a:t>
                      </a:r>
                      <a:endParaRPr lang="en-US" sz="1400" dirty="0">
                        <a:latin typeface="Malgun Gothic" charset="0"/>
                        <a:ea typeface="Malgun Gothic" charset="0"/>
                        <a:cs typeface="Malgun Gothic" charset="0"/>
                      </a:endParaRPr>
                    </a:p>
                  </a:txBody>
                  <a:tcPr marL="109728" marR="109728" marT="27432" marB="27432" anchor="ctr">
                    <a:lnL w="9525" cap="flat" cmpd="sng" algn="ctr">
                      <a:solidFill>
                        <a:srgbClr val="263241"/>
                      </a:solidFill>
                      <a:prstDash val="solid"/>
                      <a:round/>
                      <a:headEnd type="none" w="med" len="med"/>
                      <a:tailEnd type="none" w="med" len="med"/>
                    </a:lnL>
                    <a:lnR w="9525" cap="flat" cmpd="sng" algn="ctr">
                      <a:solidFill>
                        <a:srgbClr val="263241"/>
                      </a:solidFill>
                      <a:prstDash val="solid"/>
                      <a:round/>
                      <a:headEnd type="none" w="med" len="med"/>
                      <a:tailEnd type="none" w="med" len="med"/>
                    </a:lnR>
                    <a:lnT w="9525" cap="flat" cmpd="sng" algn="ctr">
                      <a:solidFill>
                        <a:srgbClr val="263241"/>
                      </a:solidFill>
                      <a:prstDash val="solid"/>
                      <a:round/>
                      <a:headEnd type="none" w="med" len="med"/>
                      <a:tailEnd type="none" w="med" len="med"/>
                    </a:lnT>
                    <a:lnB w="9525" cap="flat" cmpd="sng" algn="ctr">
                      <a:solidFill>
                        <a:srgbClr val="263241"/>
                      </a:solidFill>
                      <a:prstDash val="solid"/>
                      <a:round/>
                      <a:headEnd type="none" w="med" len="med"/>
                      <a:tailEnd type="none" w="med" len="med"/>
                    </a:lnB>
                    <a:solidFill>
                      <a:srgbClr val="121820"/>
                    </a:solidFill>
                  </a:tcPr>
                </a:tc>
                <a:tc>
                  <a:txBody>
                    <a:bodyPr/>
                    <a:lstStyle/>
                    <a:p>
                      <a:pPr algn="r" indent="0" marL="0">
                        <a:buNone/>
                      </a:pPr>
                      <a:r>
                        <a:rPr lang="en-US" sz="1400" dirty="0">
                          <a:solidFill>
                            <a:srgbClr val="F1F5F9"/>
                          </a:solidFill>
                          <a:latin typeface="Malgun Gothic" pitchFamily="34" charset="0"/>
                          <a:ea typeface="Malgun Gothic" pitchFamily="34" charset="-122"/>
                          <a:cs typeface="Malgun Gothic" pitchFamily="34" charset="-120"/>
                        </a:rPr>
                        <a:t>29</a:t>
                      </a:r>
                      <a:endParaRPr lang="en-US" sz="1400" dirty="0">
                        <a:latin typeface="Malgun Gothic" charset="0"/>
                        <a:ea typeface="Malgun Gothic" charset="0"/>
                        <a:cs typeface="Malgun Gothic" charset="0"/>
                      </a:endParaRPr>
                    </a:p>
                  </a:txBody>
                  <a:tcPr marL="109728" marR="109728" marT="27432" marB="27432" anchor="ctr">
                    <a:lnL w="9525" cap="flat" cmpd="sng" algn="ctr">
                      <a:solidFill>
                        <a:srgbClr val="263241"/>
                      </a:solidFill>
                      <a:prstDash val="solid"/>
                      <a:round/>
                      <a:headEnd type="none" w="med" len="med"/>
                      <a:tailEnd type="none" w="med" len="med"/>
                    </a:lnL>
                    <a:lnR w="9525" cap="flat" cmpd="sng" algn="ctr">
                      <a:solidFill>
                        <a:srgbClr val="263241"/>
                      </a:solidFill>
                      <a:prstDash val="solid"/>
                      <a:round/>
                      <a:headEnd type="none" w="med" len="med"/>
                      <a:tailEnd type="none" w="med" len="med"/>
                    </a:lnR>
                    <a:lnT w="9525" cap="flat" cmpd="sng" algn="ctr">
                      <a:solidFill>
                        <a:srgbClr val="263241"/>
                      </a:solidFill>
                      <a:prstDash val="solid"/>
                      <a:round/>
                      <a:headEnd type="none" w="med" len="med"/>
                      <a:tailEnd type="none" w="med" len="med"/>
                    </a:lnT>
                    <a:lnB w="9525" cap="flat" cmpd="sng" algn="ctr">
                      <a:solidFill>
                        <a:srgbClr val="263241"/>
                      </a:solidFill>
                      <a:prstDash val="solid"/>
                      <a:round/>
                      <a:headEnd type="none" w="med" len="med"/>
                      <a:tailEnd type="none" w="med" len="med"/>
                    </a:lnB>
                    <a:solidFill>
                      <a:srgbClr val="121820"/>
                    </a:solidFill>
                  </a:tcPr>
                </a:tc>
                <a:tc>
                  <a:txBody>
                    <a:bodyPr/>
                    <a:lstStyle/>
                    <a:p>
                      <a:pPr algn="r" indent="0" marL="0">
                        <a:buNone/>
                      </a:pPr>
                      <a:r>
                        <a:rPr lang="en-US" sz="1400" dirty="0">
                          <a:solidFill>
                            <a:srgbClr val="F97316"/>
                          </a:solidFill>
                          <a:latin typeface="Malgun Gothic" pitchFamily="34" charset="0"/>
                          <a:ea typeface="Malgun Gothic" pitchFamily="34" charset="-122"/>
                          <a:cs typeface="Malgun Gothic" pitchFamily="34" charset="-120"/>
                        </a:rPr>
                        <a:t>96.7%</a:t>
                      </a:r>
                      <a:endParaRPr lang="en-US" sz="1400" dirty="0">
                        <a:latin typeface="Malgun Gothic" charset="0"/>
                        <a:ea typeface="Malgun Gothic" charset="0"/>
                        <a:cs typeface="Malgun Gothic" charset="0"/>
                      </a:endParaRPr>
                    </a:p>
                  </a:txBody>
                  <a:tcPr marL="109728" marR="109728" marT="27432" marB="27432" anchor="ctr">
                    <a:lnL w="9525" cap="flat" cmpd="sng" algn="ctr">
                      <a:solidFill>
                        <a:srgbClr val="263241"/>
                      </a:solidFill>
                      <a:prstDash val="solid"/>
                      <a:round/>
                      <a:headEnd type="none" w="med" len="med"/>
                      <a:tailEnd type="none" w="med" len="med"/>
                    </a:lnL>
                    <a:lnR w="9525" cap="flat" cmpd="sng" algn="ctr">
                      <a:solidFill>
                        <a:srgbClr val="263241"/>
                      </a:solidFill>
                      <a:prstDash val="solid"/>
                      <a:round/>
                      <a:headEnd type="none" w="med" len="med"/>
                      <a:tailEnd type="none" w="med" len="med"/>
                    </a:lnR>
                    <a:lnT w="9525" cap="flat" cmpd="sng" algn="ctr">
                      <a:solidFill>
                        <a:srgbClr val="263241"/>
                      </a:solidFill>
                      <a:prstDash val="solid"/>
                      <a:round/>
                      <a:headEnd type="none" w="med" len="med"/>
                      <a:tailEnd type="none" w="med" len="med"/>
                    </a:lnT>
                    <a:lnB w="9525" cap="flat" cmpd="sng" algn="ctr">
                      <a:solidFill>
                        <a:srgbClr val="263241"/>
                      </a:solidFill>
                      <a:prstDash val="solid"/>
                      <a:round/>
                      <a:headEnd type="none" w="med" len="med"/>
                      <a:tailEnd type="none" w="med" len="med"/>
                    </a:lnB>
                    <a:solidFill>
                      <a:srgbClr val="121820"/>
                    </a:solidFill>
                  </a:tcPr>
                </a:tc>
              </a:tr>
              <a:tr h="329184">
                <a:tc>
                  <a:txBody>
                    <a:bodyPr/>
                    <a:lstStyle/>
                    <a:p>
                      <a:pPr algn="l" indent="0" marL="0">
                        <a:buNone/>
                      </a:pPr>
                      <a:r>
                        <a:rPr lang="en-US" sz="1400" dirty="0">
                          <a:solidFill>
                            <a:srgbClr val="F1F5F9"/>
                          </a:solidFill>
                          <a:latin typeface="Malgun Gothic" pitchFamily="34" charset="0"/>
                          <a:ea typeface="Malgun Gothic" pitchFamily="34" charset="-122"/>
                          <a:cs typeface="Malgun Gothic" pitchFamily="34" charset="-120"/>
                        </a:rPr>
                        <a:t>좌회전 유도</a:t>
                      </a:r>
                      <a:endParaRPr lang="en-US" sz="1400" dirty="0">
                        <a:latin typeface="Malgun Gothic" charset="0"/>
                        <a:ea typeface="Malgun Gothic" charset="0"/>
                        <a:cs typeface="Malgun Gothic" charset="0"/>
                      </a:endParaRPr>
                    </a:p>
                  </a:txBody>
                  <a:tcPr marL="109728" marR="109728" marT="27432" marB="27432" anchor="ctr">
                    <a:lnL w="9525" cap="flat" cmpd="sng" algn="ctr">
                      <a:solidFill>
                        <a:srgbClr val="263241"/>
                      </a:solidFill>
                      <a:prstDash val="solid"/>
                      <a:round/>
                      <a:headEnd type="none" w="med" len="med"/>
                      <a:tailEnd type="none" w="med" len="med"/>
                    </a:lnL>
                    <a:lnR w="9525" cap="flat" cmpd="sng" algn="ctr">
                      <a:solidFill>
                        <a:srgbClr val="263241"/>
                      </a:solidFill>
                      <a:prstDash val="solid"/>
                      <a:round/>
                      <a:headEnd type="none" w="med" len="med"/>
                      <a:tailEnd type="none" w="med" len="med"/>
                    </a:lnR>
                    <a:lnT w="9525" cap="flat" cmpd="sng" algn="ctr">
                      <a:solidFill>
                        <a:srgbClr val="263241"/>
                      </a:solidFill>
                      <a:prstDash val="solid"/>
                      <a:round/>
                      <a:headEnd type="none" w="med" len="med"/>
                      <a:tailEnd type="none" w="med" len="med"/>
                    </a:lnT>
                    <a:lnB w="9525" cap="flat" cmpd="sng" algn="ctr">
                      <a:solidFill>
                        <a:srgbClr val="263241"/>
                      </a:solidFill>
                      <a:prstDash val="solid"/>
                      <a:round/>
                      <a:headEnd type="none" w="med" len="med"/>
                      <a:tailEnd type="none" w="med" len="med"/>
                    </a:lnB>
                    <a:solidFill>
                      <a:srgbClr val="121820"/>
                    </a:solidFill>
                  </a:tcPr>
                </a:tc>
                <a:tc>
                  <a:txBody>
                    <a:bodyPr/>
                    <a:lstStyle/>
                    <a:p>
                      <a:pPr algn="r" indent="0" marL="0">
                        <a:buNone/>
                      </a:pPr>
                      <a:r>
                        <a:rPr lang="en-US" sz="1400" dirty="0">
                          <a:solidFill>
                            <a:srgbClr val="F1F5F9"/>
                          </a:solidFill>
                          <a:latin typeface="Malgun Gothic" pitchFamily="34" charset="0"/>
                          <a:ea typeface="Malgun Gothic" pitchFamily="34" charset="-122"/>
                          <a:cs typeface="Malgun Gothic" pitchFamily="34" charset="-120"/>
                        </a:rPr>
                        <a:t>5,629</a:t>
                      </a:r>
                      <a:endParaRPr lang="en-US" sz="1400" dirty="0">
                        <a:latin typeface="Malgun Gothic" charset="0"/>
                        <a:ea typeface="Malgun Gothic" charset="0"/>
                        <a:cs typeface="Malgun Gothic" charset="0"/>
                      </a:endParaRPr>
                    </a:p>
                  </a:txBody>
                  <a:tcPr marL="109728" marR="109728" marT="27432" marB="27432" anchor="ctr">
                    <a:lnL w="9525" cap="flat" cmpd="sng" algn="ctr">
                      <a:solidFill>
                        <a:srgbClr val="263241"/>
                      </a:solidFill>
                      <a:prstDash val="solid"/>
                      <a:round/>
                      <a:headEnd type="none" w="med" len="med"/>
                      <a:tailEnd type="none" w="med" len="med"/>
                    </a:lnL>
                    <a:lnR w="9525" cap="flat" cmpd="sng" algn="ctr">
                      <a:solidFill>
                        <a:srgbClr val="263241"/>
                      </a:solidFill>
                      <a:prstDash val="solid"/>
                      <a:round/>
                      <a:headEnd type="none" w="med" len="med"/>
                      <a:tailEnd type="none" w="med" len="med"/>
                    </a:lnR>
                    <a:lnT w="9525" cap="flat" cmpd="sng" algn="ctr">
                      <a:solidFill>
                        <a:srgbClr val="263241"/>
                      </a:solidFill>
                      <a:prstDash val="solid"/>
                      <a:round/>
                      <a:headEnd type="none" w="med" len="med"/>
                      <a:tailEnd type="none" w="med" len="med"/>
                    </a:lnT>
                    <a:lnB w="9525" cap="flat" cmpd="sng" algn="ctr">
                      <a:solidFill>
                        <a:srgbClr val="263241"/>
                      </a:solidFill>
                      <a:prstDash val="solid"/>
                      <a:round/>
                      <a:headEnd type="none" w="med" len="med"/>
                      <a:tailEnd type="none" w="med" len="med"/>
                    </a:lnB>
                    <a:solidFill>
                      <a:srgbClr val="121820"/>
                    </a:solidFill>
                  </a:tcPr>
                </a:tc>
                <a:tc>
                  <a:txBody>
                    <a:bodyPr/>
                    <a:lstStyle/>
                    <a:p>
                      <a:pPr algn="r" indent="0" marL="0">
                        <a:buNone/>
                      </a:pPr>
                      <a:r>
                        <a:rPr lang="en-US" sz="1400" dirty="0">
                          <a:solidFill>
                            <a:srgbClr val="F1F5F9"/>
                          </a:solidFill>
                          <a:latin typeface="Malgun Gothic" pitchFamily="34" charset="0"/>
                          <a:ea typeface="Malgun Gothic" pitchFamily="34" charset="-122"/>
                          <a:cs typeface="Malgun Gothic" pitchFamily="34" charset="-120"/>
                        </a:rPr>
                        <a:t>30</a:t>
                      </a:r>
                      <a:endParaRPr lang="en-US" sz="1400" dirty="0">
                        <a:latin typeface="Malgun Gothic" charset="0"/>
                        <a:ea typeface="Malgun Gothic" charset="0"/>
                        <a:cs typeface="Malgun Gothic" charset="0"/>
                      </a:endParaRPr>
                    </a:p>
                  </a:txBody>
                  <a:tcPr marL="109728" marR="109728" marT="27432" marB="27432" anchor="ctr">
                    <a:lnL w="9525" cap="flat" cmpd="sng" algn="ctr">
                      <a:solidFill>
                        <a:srgbClr val="263241"/>
                      </a:solidFill>
                      <a:prstDash val="solid"/>
                      <a:round/>
                      <a:headEnd type="none" w="med" len="med"/>
                      <a:tailEnd type="none" w="med" len="med"/>
                    </a:lnL>
                    <a:lnR w="9525" cap="flat" cmpd="sng" algn="ctr">
                      <a:solidFill>
                        <a:srgbClr val="263241"/>
                      </a:solidFill>
                      <a:prstDash val="solid"/>
                      <a:round/>
                      <a:headEnd type="none" w="med" len="med"/>
                      <a:tailEnd type="none" w="med" len="med"/>
                    </a:lnR>
                    <a:lnT w="9525" cap="flat" cmpd="sng" algn="ctr">
                      <a:solidFill>
                        <a:srgbClr val="263241"/>
                      </a:solidFill>
                      <a:prstDash val="solid"/>
                      <a:round/>
                      <a:headEnd type="none" w="med" len="med"/>
                      <a:tailEnd type="none" w="med" len="med"/>
                    </a:lnT>
                    <a:lnB w="9525" cap="flat" cmpd="sng" algn="ctr">
                      <a:solidFill>
                        <a:srgbClr val="263241"/>
                      </a:solidFill>
                      <a:prstDash val="solid"/>
                      <a:round/>
                      <a:headEnd type="none" w="med" len="med"/>
                      <a:tailEnd type="none" w="med" len="med"/>
                    </a:lnB>
                    <a:solidFill>
                      <a:srgbClr val="121820"/>
                    </a:solidFill>
                  </a:tcPr>
                </a:tc>
                <a:tc>
                  <a:txBody>
                    <a:bodyPr/>
                    <a:lstStyle/>
                    <a:p>
                      <a:pPr algn="r" indent="0" marL="0">
                        <a:buNone/>
                      </a:pPr>
                      <a:r>
                        <a:rPr lang="en-US" sz="1400" dirty="0">
                          <a:solidFill>
                            <a:srgbClr val="F1F5F9"/>
                          </a:solidFill>
                          <a:latin typeface="Malgun Gothic" pitchFamily="34" charset="0"/>
                          <a:ea typeface="Malgun Gothic" pitchFamily="34" charset="-122"/>
                          <a:cs typeface="Malgun Gothic" pitchFamily="34" charset="-120"/>
                        </a:rPr>
                        <a:t>100.0%</a:t>
                      </a:r>
                      <a:endParaRPr lang="en-US" sz="1400" dirty="0">
                        <a:latin typeface="Malgun Gothic" charset="0"/>
                        <a:ea typeface="Malgun Gothic" charset="0"/>
                        <a:cs typeface="Malgun Gothic" charset="0"/>
                      </a:endParaRPr>
                    </a:p>
                  </a:txBody>
                  <a:tcPr marL="109728" marR="109728" marT="27432" marB="27432" anchor="ctr">
                    <a:lnL w="9525" cap="flat" cmpd="sng" algn="ctr">
                      <a:solidFill>
                        <a:srgbClr val="263241"/>
                      </a:solidFill>
                      <a:prstDash val="solid"/>
                      <a:round/>
                      <a:headEnd type="none" w="med" len="med"/>
                      <a:tailEnd type="none" w="med" len="med"/>
                    </a:lnL>
                    <a:lnR w="9525" cap="flat" cmpd="sng" algn="ctr">
                      <a:solidFill>
                        <a:srgbClr val="263241"/>
                      </a:solidFill>
                      <a:prstDash val="solid"/>
                      <a:round/>
                      <a:headEnd type="none" w="med" len="med"/>
                      <a:tailEnd type="none" w="med" len="med"/>
                    </a:lnR>
                    <a:lnT w="9525" cap="flat" cmpd="sng" algn="ctr">
                      <a:solidFill>
                        <a:srgbClr val="263241"/>
                      </a:solidFill>
                      <a:prstDash val="solid"/>
                      <a:round/>
                      <a:headEnd type="none" w="med" len="med"/>
                      <a:tailEnd type="none" w="med" len="med"/>
                    </a:lnT>
                    <a:lnB w="9525" cap="flat" cmpd="sng" algn="ctr">
                      <a:solidFill>
                        <a:srgbClr val="263241"/>
                      </a:solidFill>
                      <a:prstDash val="solid"/>
                      <a:round/>
                      <a:headEnd type="none" w="med" len="med"/>
                      <a:tailEnd type="none" w="med" len="med"/>
                    </a:lnB>
                    <a:solidFill>
                      <a:srgbClr val="121820"/>
                    </a:solidFill>
                  </a:tcPr>
                </a:tc>
              </a:tr>
              <a:tr h="329184">
                <a:tc>
                  <a:txBody>
                    <a:bodyPr/>
                    <a:lstStyle/>
                    <a:p>
                      <a:pPr algn="l" indent="0" marL="0">
                        <a:buNone/>
                      </a:pPr>
                      <a:r>
                        <a:rPr lang="en-US" sz="1400" dirty="0">
                          <a:solidFill>
                            <a:srgbClr val="F1F5F9"/>
                          </a:solidFill>
                          <a:latin typeface="Malgun Gothic" pitchFamily="34" charset="0"/>
                          <a:ea typeface="Malgun Gothic" pitchFamily="34" charset="-122"/>
                          <a:cs typeface="Malgun Gothic" pitchFamily="34" charset="-120"/>
                        </a:rPr>
                        <a:t>우회전 유도</a:t>
                      </a:r>
                      <a:endParaRPr lang="en-US" sz="1400" dirty="0">
                        <a:latin typeface="Malgun Gothic" charset="0"/>
                        <a:ea typeface="Malgun Gothic" charset="0"/>
                        <a:cs typeface="Malgun Gothic" charset="0"/>
                      </a:endParaRPr>
                    </a:p>
                  </a:txBody>
                  <a:tcPr marL="109728" marR="109728" marT="27432" marB="27432" anchor="ctr">
                    <a:lnL w="9525" cap="flat" cmpd="sng" algn="ctr">
                      <a:solidFill>
                        <a:srgbClr val="263241"/>
                      </a:solidFill>
                      <a:prstDash val="solid"/>
                      <a:round/>
                      <a:headEnd type="none" w="med" len="med"/>
                      <a:tailEnd type="none" w="med" len="med"/>
                    </a:lnL>
                    <a:lnR w="9525" cap="flat" cmpd="sng" algn="ctr">
                      <a:solidFill>
                        <a:srgbClr val="263241"/>
                      </a:solidFill>
                      <a:prstDash val="solid"/>
                      <a:round/>
                      <a:headEnd type="none" w="med" len="med"/>
                      <a:tailEnd type="none" w="med" len="med"/>
                    </a:lnR>
                    <a:lnT w="9525" cap="flat" cmpd="sng" algn="ctr">
                      <a:solidFill>
                        <a:srgbClr val="263241"/>
                      </a:solidFill>
                      <a:prstDash val="solid"/>
                      <a:round/>
                      <a:headEnd type="none" w="med" len="med"/>
                      <a:tailEnd type="none" w="med" len="med"/>
                    </a:lnT>
                    <a:lnB w="9525" cap="flat" cmpd="sng" algn="ctr">
                      <a:solidFill>
                        <a:srgbClr val="263241"/>
                      </a:solidFill>
                      <a:prstDash val="solid"/>
                      <a:round/>
                      <a:headEnd type="none" w="med" len="med"/>
                      <a:tailEnd type="none" w="med" len="med"/>
                    </a:lnB>
                    <a:solidFill>
                      <a:srgbClr val="121820"/>
                    </a:solidFill>
                  </a:tcPr>
                </a:tc>
                <a:tc>
                  <a:txBody>
                    <a:bodyPr/>
                    <a:lstStyle/>
                    <a:p>
                      <a:pPr algn="r" indent="0" marL="0">
                        <a:buNone/>
                      </a:pPr>
                      <a:r>
                        <a:rPr lang="en-US" sz="1400" dirty="0">
                          <a:solidFill>
                            <a:srgbClr val="F1F5F9"/>
                          </a:solidFill>
                          <a:latin typeface="Malgun Gothic" pitchFamily="34" charset="0"/>
                          <a:ea typeface="Malgun Gothic" pitchFamily="34" charset="-122"/>
                          <a:cs typeface="Malgun Gothic" pitchFamily="34" charset="-120"/>
                        </a:rPr>
                        <a:t>4,810</a:t>
                      </a:r>
                      <a:endParaRPr lang="en-US" sz="1400" dirty="0">
                        <a:latin typeface="Malgun Gothic" charset="0"/>
                        <a:ea typeface="Malgun Gothic" charset="0"/>
                        <a:cs typeface="Malgun Gothic" charset="0"/>
                      </a:endParaRPr>
                    </a:p>
                  </a:txBody>
                  <a:tcPr marL="109728" marR="109728" marT="27432" marB="27432" anchor="ctr">
                    <a:lnL w="9525" cap="flat" cmpd="sng" algn="ctr">
                      <a:solidFill>
                        <a:srgbClr val="263241"/>
                      </a:solidFill>
                      <a:prstDash val="solid"/>
                      <a:round/>
                      <a:headEnd type="none" w="med" len="med"/>
                      <a:tailEnd type="none" w="med" len="med"/>
                    </a:lnL>
                    <a:lnR w="9525" cap="flat" cmpd="sng" algn="ctr">
                      <a:solidFill>
                        <a:srgbClr val="263241"/>
                      </a:solidFill>
                      <a:prstDash val="solid"/>
                      <a:round/>
                      <a:headEnd type="none" w="med" len="med"/>
                      <a:tailEnd type="none" w="med" len="med"/>
                    </a:lnR>
                    <a:lnT w="9525" cap="flat" cmpd="sng" algn="ctr">
                      <a:solidFill>
                        <a:srgbClr val="263241"/>
                      </a:solidFill>
                      <a:prstDash val="solid"/>
                      <a:round/>
                      <a:headEnd type="none" w="med" len="med"/>
                      <a:tailEnd type="none" w="med" len="med"/>
                    </a:lnT>
                    <a:lnB w="9525" cap="flat" cmpd="sng" algn="ctr">
                      <a:solidFill>
                        <a:srgbClr val="263241"/>
                      </a:solidFill>
                      <a:prstDash val="solid"/>
                      <a:round/>
                      <a:headEnd type="none" w="med" len="med"/>
                      <a:tailEnd type="none" w="med" len="med"/>
                    </a:lnB>
                    <a:solidFill>
                      <a:srgbClr val="121820"/>
                    </a:solidFill>
                  </a:tcPr>
                </a:tc>
                <a:tc>
                  <a:txBody>
                    <a:bodyPr/>
                    <a:lstStyle/>
                    <a:p>
                      <a:pPr algn="r" indent="0" marL="0">
                        <a:buNone/>
                      </a:pPr>
                      <a:r>
                        <a:rPr lang="en-US" sz="1400" dirty="0">
                          <a:solidFill>
                            <a:srgbClr val="F1F5F9"/>
                          </a:solidFill>
                          <a:latin typeface="Malgun Gothic" pitchFamily="34" charset="0"/>
                          <a:ea typeface="Malgun Gothic" pitchFamily="34" charset="-122"/>
                          <a:cs typeface="Malgun Gothic" pitchFamily="34" charset="-120"/>
                        </a:rPr>
                        <a:t>30</a:t>
                      </a:r>
                      <a:endParaRPr lang="en-US" sz="1400" dirty="0">
                        <a:latin typeface="Malgun Gothic" charset="0"/>
                        <a:ea typeface="Malgun Gothic" charset="0"/>
                        <a:cs typeface="Malgun Gothic" charset="0"/>
                      </a:endParaRPr>
                    </a:p>
                  </a:txBody>
                  <a:tcPr marL="109728" marR="109728" marT="27432" marB="27432" anchor="ctr">
                    <a:lnL w="9525" cap="flat" cmpd="sng" algn="ctr">
                      <a:solidFill>
                        <a:srgbClr val="263241"/>
                      </a:solidFill>
                      <a:prstDash val="solid"/>
                      <a:round/>
                      <a:headEnd type="none" w="med" len="med"/>
                      <a:tailEnd type="none" w="med" len="med"/>
                    </a:lnL>
                    <a:lnR w="9525" cap="flat" cmpd="sng" algn="ctr">
                      <a:solidFill>
                        <a:srgbClr val="263241"/>
                      </a:solidFill>
                      <a:prstDash val="solid"/>
                      <a:round/>
                      <a:headEnd type="none" w="med" len="med"/>
                      <a:tailEnd type="none" w="med" len="med"/>
                    </a:lnR>
                    <a:lnT w="9525" cap="flat" cmpd="sng" algn="ctr">
                      <a:solidFill>
                        <a:srgbClr val="263241"/>
                      </a:solidFill>
                      <a:prstDash val="solid"/>
                      <a:round/>
                      <a:headEnd type="none" w="med" len="med"/>
                      <a:tailEnd type="none" w="med" len="med"/>
                    </a:lnT>
                    <a:lnB w="9525" cap="flat" cmpd="sng" algn="ctr">
                      <a:solidFill>
                        <a:srgbClr val="263241"/>
                      </a:solidFill>
                      <a:prstDash val="solid"/>
                      <a:round/>
                      <a:headEnd type="none" w="med" len="med"/>
                      <a:tailEnd type="none" w="med" len="med"/>
                    </a:lnB>
                    <a:solidFill>
                      <a:srgbClr val="121820"/>
                    </a:solidFill>
                  </a:tcPr>
                </a:tc>
                <a:tc>
                  <a:txBody>
                    <a:bodyPr/>
                    <a:lstStyle/>
                    <a:p>
                      <a:pPr algn="r" indent="0" marL="0">
                        <a:buNone/>
                      </a:pPr>
                      <a:r>
                        <a:rPr lang="en-US" sz="1400" dirty="0">
                          <a:solidFill>
                            <a:srgbClr val="F1F5F9"/>
                          </a:solidFill>
                          <a:latin typeface="Malgun Gothic" pitchFamily="34" charset="0"/>
                          <a:ea typeface="Malgun Gothic" pitchFamily="34" charset="-122"/>
                          <a:cs typeface="Malgun Gothic" pitchFamily="34" charset="-120"/>
                        </a:rPr>
                        <a:t>100.0%</a:t>
                      </a:r>
                      <a:endParaRPr lang="en-US" sz="1400" dirty="0">
                        <a:latin typeface="Malgun Gothic" charset="0"/>
                        <a:ea typeface="Malgun Gothic" charset="0"/>
                        <a:cs typeface="Malgun Gothic" charset="0"/>
                      </a:endParaRPr>
                    </a:p>
                  </a:txBody>
                  <a:tcPr marL="109728" marR="109728" marT="27432" marB="27432" anchor="ctr">
                    <a:lnL w="9525" cap="flat" cmpd="sng" algn="ctr">
                      <a:solidFill>
                        <a:srgbClr val="263241"/>
                      </a:solidFill>
                      <a:prstDash val="solid"/>
                      <a:round/>
                      <a:headEnd type="none" w="med" len="med"/>
                      <a:tailEnd type="none" w="med" len="med"/>
                    </a:lnL>
                    <a:lnR w="9525" cap="flat" cmpd="sng" algn="ctr">
                      <a:solidFill>
                        <a:srgbClr val="263241"/>
                      </a:solidFill>
                      <a:prstDash val="solid"/>
                      <a:round/>
                      <a:headEnd type="none" w="med" len="med"/>
                      <a:tailEnd type="none" w="med" len="med"/>
                    </a:lnR>
                    <a:lnT w="9525" cap="flat" cmpd="sng" algn="ctr">
                      <a:solidFill>
                        <a:srgbClr val="263241"/>
                      </a:solidFill>
                      <a:prstDash val="solid"/>
                      <a:round/>
                      <a:headEnd type="none" w="med" len="med"/>
                      <a:tailEnd type="none" w="med" len="med"/>
                    </a:lnT>
                    <a:lnB w="9525" cap="flat" cmpd="sng" algn="ctr">
                      <a:solidFill>
                        <a:srgbClr val="263241"/>
                      </a:solidFill>
                      <a:prstDash val="solid"/>
                      <a:round/>
                      <a:headEnd type="none" w="med" len="med"/>
                      <a:tailEnd type="none" w="med" len="med"/>
                    </a:lnB>
                    <a:solidFill>
                      <a:srgbClr val="121820"/>
                    </a:solidFill>
                  </a:tcPr>
                </a:tc>
              </a:tr>
              <a:tr h="329184">
                <a:tc>
                  <a:txBody>
                    <a:bodyPr/>
                    <a:lstStyle/>
                    <a:p>
                      <a:pPr algn="l" indent="0" marL="0">
                        <a:buNone/>
                      </a:pPr>
                      <a:r>
                        <a:rPr lang="en-US" sz="1400" dirty="0">
                          <a:solidFill>
                            <a:srgbClr val="F1F5F9"/>
                          </a:solidFill>
                          <a:latin typeface="Malgun Gothic" pitchFamily="34" charset="0"/>
                          <a:ea typeface="Malgun Gothic" pitchFamily="34" charset="-122"/>
                          <a:cs typeface="Malgun Gothic" pitchFamily="34" charset="-120"/>
                        </a:rPr>
                        <a:t>확인 완료</a:t>
                      </a:r>
                      <a:endParaRPr lang="en-US" sz="1400" dirty="0">
                        <a:latin typeface="Malgun Gothic" charset="0"/>
                        <a:ea typeface="Malgun Gothic" charset="0"/>
                        <a:cs typeface="Malgun Gothic" charset="0"/>
                      </a:endParaRPr>
                    </a:p>
                  </a:txBody>
                  <a:tcPr marL="109728" marR="109728" marT="27432" marB="27432" anchor="ctr">
                    <a:lnL w="9525" cap="flat" cmpd="sng" algn="ctr">
                      <a:solidFill>
                        <a:srgbClr val="263241"/>
                      </a:solidFill>
                      <a:prstDash val="solid"/>
                      <a:round/>
                      <a:headEnd type="none" w="med" len="med"/>
                      <a:tailEnd type="none" w="med" len="med"/>
                    </a:lnL>
                    <a:lnR w="9525" cap="flat" cmpd="sng" algn="ctr">
                      <a:solidFill>
                        <a:srgbClr val="263241"/>
                      </a:solidFill>
                      <a:prstDash val="solid"/>
                      <a:round/>
                      <a:headEnd type="none" w="med" len="med"/>
                      <a:tailEnd type="none" w="med" len="med"/>
                    </a:lnR>
                    <a:lnT w="9525" cap="flat" cmpd="sng" algn="ctr">
                      <a:solidFill>
                        <a:srgbClr val="263241"/>
                      </a:solidFill>
                      <a:prstDash val="solid"/>
                      <a:round/>
                      <a:headEnd type="none" w="med" len="med"/>
                      <a:tailEnd type="none" w="med" len="med"/>
                    </a:lnT>
                    <a:lnB w="9525" cap="flat" cmpd="sng" algn="ctr">
                      <a:solidFill>
                        <a:srgbClr val="263241"/>
                      </a:solidFill>
                      <a:prstDash val="solid"/>
                      <a:round/>
                      <a:headEnd type="none" w="med" len="med"/>
                      <a:tailEnd type="none" w="med" len="med"/>
                    </a:lnB>
                    <a:solidFill>
                      <a:srgbClr val="121820"/>
                    </a:solidFill>
                  </a:tcPr>
                </a:tc>
                <a:tc>
                  <a:txBody>
                    <a:bodyPr/>
                    <a:lstStyle/>
                    <a:p>
                      <a:pPr algn="r" indent="0" marL="0">
                        <a:buNone/>
                      </a:pPr>
                      <a:r>
                        <a:rPr lang="en-US" sz="1400" dirty="0">
                          <a:solidFill>
                            <a:srgbClr val="F1F5F9"/>
                          </a:solidFill>
                          <a:latin typeface="Malgun Gothic" pitchFamily="34" charset="0"/>
                          <a:ea typeface="Malgun Gothic" pitchFamily="34" charset="-122"/>
                          <a:cs typeface="Malgun Gothic" pitchFamily="34" charset="-120"/>
                        </a:rPr>
                        <a:t>4,802</a:t>
                      </a:r>
                      <a:endParaRPr lang="en-US" sz="1400" dirty="0">
                        <a:latin typeface="Malgun Gothic" charset="0"/>
                        <a:ea typeface="Malgun Gothic" charset="0"/>
                        <a:cs typeface="Malgun Gothic" charset="0"/>
                      </a:endParaRPr>
                    </a:p>
                  </a:txBody>
                  <a:tcPr marL="109728" marR="109728" marT="27432" marB="27432" anchor="ctr">
                    <a:lnL w="9525" cap="flat" cmpd="sng" algn="ctr">
                      <a:solidFill>
                        <a:srgbClr val="263241"/>
                      </a:solidFill>
                      <a:prstDash val="solid"/>
                      <a:round/>
                      <a:headEnd type="none" w="med" len="med"/>
                      <a:tailEnd type="none" w="med" len="med"/>
                    </a:lnL>
                    <a:lnR w="9525" cap="flat" cmpd="sng" algn="ctr">
                      <a:solidFill>
                        <a:srgbClr val="263241"/>
                      </a:solidFill>
                      <a:prstDash val="solid"/>
                      <a:round/>
                      <a:headEnd type="none" w="med" len="med"/>
                      <a:tailEnd type="none" w="med" len="med"/>
                    </a:lnR>
                    <a:lnT w="9525" cap="flat" cmpd="sng" algn="ctr">
                      <a:solidFill>
                        <a:srgbClr val="263241"/>
                      </a:solidFill>
                      <a:prstDash val="solid"/>
                      <a:round/>
                      <a:headEnd type="none" w="med" len="med"/>
                      <a:tailEnd type="none" w="med" len="med"/>
                    </a:lnT>
                    <a:lnB w="9525" cap="flat" cmpd="sng" algn="ctr">
                      <a:solidFill>
                        <a:srgbClr val="263241"/>
                      </a:solidFill>
                      <a:prstDash val="solid"/>
                      <a:round/>
                      <a:headEnd type="none" w="med" len="med"/>
                      <a:tailEnd type="none" w="med" len="med"/>
                    </a:lnB>
                    <a:solidFill>
                      <a:srgbClr val="121820"/>
                    </a:solidFill>
                  </a:tcPr>
                </a:tc>
                <a:tc>
                  <a:txBody>
                    <a:bodyPr/>
                    <a:lstStyle/>
                    <a:p>
                      <a:pPr algn="r" indent="0" marL="0">
                        <a:buNone/>
                      </a:pPr>
                      <a:r>
                        <a:rPr lang="en-US" sz="1400" dirty="0">
                          <a:solidFill>
                            <a:srgbClr val="F1F5F9"/>
                          </a:solidFill>
                          <a:latin typeface="Malgun Gothic" pitchFamily="34" charset="0"/>
                          <a:ea typeface="Malgun Gothic" pitchFamily="34" charset="-122"/>
                          <a:cs typeface="Malgun Gothic" pitchFamily="34" charset="-120"/>
                        </a:rPr>
                        <a:t>27</a:t>
                      </a:r>
                      <a:endParaRPr lang="en-US" sz="1400" dirty="0">
                        <a:latin typeface="Malgun Gothic" charset="0"/>
                        <a:ea typeface="Malgun Gothic" charset="0"/>
                        <a:cs typeface="Malgun Gothic" charset="0"/>
                      </a:endParaRPr>
                    </a:p>
                  </a:txBody>
                  <a:tcPr marL="109728" marR="109728" marT="27432" marB="27432" anchor="ctr">
                    <a:lnL w="9525" cap="flat" cmpd="sng" algn="ctr">
                      <a:solidFill>
                        <a:srgbClr val="263241"/>
                      </a:solidFill>
                      <a:prstDash val="solid"/>
                      <a:round/>
                      <a:headEnd type="none" w="med" len="med"/>
                      <a:tailEnd type="none" w="med" len="med"/>
                    </a:lnL>
                    <a:lnR w="9525" cap="flat" cmpd="sng" algn="ctr">
                      <a:solidFill>
                        <a:srgbClr val="263241"/>
                      </a:solidFill>
                      <a:prstDash val="solid"/>
                      <a:round/>
                      <a:headEnd type="none" w="med" len="med"/>
                      <a:tailEnd type="none" w="med" len="med"/>
                    </a:lnR>
                    <a:lnT w="9525" cap="flat" cmpd="sng" algn="ctr">
                      <a:solidFill>
                        <a:srgbClr val="263241"/>
                      </a:solidFill>
                      <a:prstDash val="solid"/>
                      <a:round/>
                      <a:headEnd type="none" w="med" len="med"/>
                      <a:tailEnd type="none" w="med" len="med"/>
                    </a:lnT>
                    <a:lnB w="9525" cap="flat" cmpd="sng" algn="ctr">
                      <a:solidFill>
                        <a:srgbClr val="263241"/>
                      </a:solidFill>
                      <a:prstDash val="solid"/>
                      <a:round/>
                      <a:headEnd type="none" w="med" len="med"/>
                      <a:tailEnd type="none" w="med" len="med"/>
                    </a:lnB>
                    <a:solidFill>
                      <a:srgbClr val="121820"/>
                    </a:solidFill>
                  </a:tcPr>
                </a:tc>
                <a:tc>
                  <a:txBody>
                    <a:bodyPr/>
                    <a:lstStyle/>
                    <a:p>
                      <a:pPr algn="r" indent="0" marL="0">
                        <a:buNone/>
                      </a:pPr>
                      <a:r>
                        <a:rPr lang="en-US" sz="1400" dirty="0">
                          <a:solidFill>
                            <a:srgbClr val="F97316"/>
                          </a:solidFill>
                          <a:latin typeface="Malgun Gothic" pitchFamily="34" charset="0"/>
                          <a:ea typeface="Malgun Gothic" pitchFamily="34" charset="-122"/>
                          <a:cs typeface="Malgun Gothic" pitchFamily="34" charset="-120"/>
                        </a:rPr>
                        <a:t>90.0%</a:t>
                      </a:r>
                      <a:endParaRPr lang="en-US" sz="1400" dirty="0">
                        <a:latin typeface="Malgun Gothic" charset="0"/>
                        <a:ea typeface="Malgun Gothic" charset="0"/>
                        <a:cs typeface="Malgun Gothic" charset="0"/>
                      </a:endParaRPr>
                    </a:p>
                  </a:txBody>
                  <a:tcPr marL="109728" marR="109728" marT="27432" marB="27432" anchor="ctr">
                    <a:lnL w="9525" cap="flat" cmpd="sng" algn="ctr">
                      <a:solidFill>
                        <a:srgbClr val="263241"/>
                      </a:solidFill>
                      <a:prstDash val="solid"/>
                      <a:round/>
                      <a:headEnd type="none" w="med" len="med"/>
                      <a:tailEnd type="none" w="med" len="med"/>
                    </a:lnL>
                    <a:lnR w="9525" cap="flat" cmpd="sng" algn="ctr">
                      <a:solidFill>
                        <a:srgbClr val="263241"/>
                      </a:solidFill>
                      <a:prstDash val="solid"/>
                      <a:round/>
                      <a:headEnd type="none" w="med" len="med"/>
                      <a:tailEnd type="none" w="med" len="med"/>
                    </a:lnR>
                    <a:lnT w="9525" cap="flat" cmpd="sng" algn="ctr">
                      <a:solidFill>
                        <a:srgbClr val="263241"/>
                      </a:solidFill>
                      <a:prstDash val="solid"/>
                      <a:round/>
                      <a:headEnd type="none" w="med" len="med"/>
                      <a:tailEnd type="none" w="med" len="med"/>
                    </a:lnT>
                    <a:lnB w="9525" cap="flat" cmpd="sng" algn="ctr">
                      <a:solidFill>
                        <a:srgbClr val="263241"/>
                      </a:solidFill>
                      <a:prstDash val="solid"/>
                      <a:round/>
                      <a:headEnd type="none" w="med" len="med"/>
                      <a:tailEnd type="none" w="med" len="med"/>
                    </a:lnB>
                    <a:solidFill>
                      <a:srgbClr val="121820"/>
                    </a:solidFill>
                  </a:tcPr>
                </a:tc>
              </a:tr>
              <a:tr h="329184">
                <a:tc>
                  <a:txBody>
                    <a:bodyPr/>
                    <a:lstStyle/>
                    <a:p>
                      <a:pPr algn="l" indent="0" marL="0">
                        <a:buNone/>
                      </a:pPr>
                      <a:r>
                        <a:rPr lang="en-US" sz="1400" dirty="0">
                          <a:solidFill>
                            <a:srgbClr val="F1F5F9"/>
                          </a:solidFill>
                          <a:latin typeface="Malgun Gothic" pitchFamily="34" charset="0"/>
                          <a:ea typeface="Malgun Gothic" pitchFamily="34" charset="-122"/>
                          <a:cs typeface="Malgun Gothic" pitchFamily="34" charset="-120"/>
                        </a:rPr>
                        <a:t>후진</a:t>
                      </a:r>
                      <a:endParaRPr lang="en-US" sz="1400" dirty="0">
                        <a:latin typeface="Malgun Gothic" charset="0"/>
                        <a:ea typeface="Malgun Gothic" charset="0"/>
                        <a:cs typeface="Malgun Gothic" charset="0"/>
                      </a:endParaRPr>
                    </a:p>
                  </a:txBody>
                  <a:tcPr marL="109728" marR="109728" marT="27432" marB="27432" anchor="ctr">
                    <a:lnL w="9525" cap="flat" cmpd="sng" algn="ctr">
                      <a:solidFill>
                        <a:srgbClr val="263241"/>
                      </a:solidFill>
                      <a:prstDash val="solid"/>
                      <a:round/>
                      <a:headEnd type="none" w="med" len="med"/>
                      <a:tailEnd type="none" w="med" len="med"/>
                    </a:lnL>
                    <a:lnR w="9525" cap="flat" cmpd="sng" algn="ctr">
                      <a:solidFill>
                        <a:srgbClr val="263241"/>
                      </a:solidFill>
                      <a:prstDash val="solid"/>
                      <a:round/>
                      <a:headEnd type="none" w="med" len="med"/>
                      <a:tailEnd type="none" w="med" len="med"/>
                    </a:lnR>
                    <a:lnT w="9525" cap="flat" cmpd="sng" algn="ctr">
                      <a:solidFill>
                        <a:srgbClr val="263241"/>
                      </a:solidFill>
                      <a:prstDash val="solid"/>
                      <a:round/>
                      <a:headEnd type="none" w="med" len="med"/>
                      <a:tailEnd type="none" w="med" len="med"/>
                    </a:lnT>
                    <a:lnB w="9525" cap="flat" cmpd="sng" algn="ctr">
                      <a:solidFill>
                        <a:srgbClr val="263241"/>
                      </a:solidFill>
                      <a:prstDash val="solid"/>
                      <a:round/>
                      <a:headEnd type="none" w="med" len="med"/>
                      <a:tailEnd type="none" w="med" len="med"/>
                    </a:lnB>
                    <a:solidFill>
                      <a:srgbClr val="121820"/>
                    </a:solidFill>
                  </a:tcPr>
                </a:tc>
                <a:tc>
                  <a:txBody>
                    <a:bodyPr/>
                    <a:lstStyle/>
                    <a:p>
                      <a:pPr algn="r" indent="0" marL="0">
                        <a:buNone/>
                      </a:pPr>
                      <a:r>
                        <a:rPr lang="en-US" sz="1400" dirty="0">
                          <a:solidFill>
                            <a:srgbClr val="F1F5F9"/>
                          </a:solidFill>
                          <a:latin typeface="Malgun Gothic" pitchFamily="34" charset="0"/>
                          <a:ea typeface="Malgun Gothic" pitchFamily="34" charset="-122"/>
                          <a:cs typeface="Malgun Gothic" pitchFamily="34" charset="-120"/>
                        </a:rPr>
                        <a:t>2,463</a:t>
                      </a:r>
                      <a:endParaRPr lang="en-US" sz="1400" dirty="0">
                        <a:latin typeface="Malgun Gothic" charset="0"/>
                        <a:ea typeface="Malgun Gothic" charset="0"/>
                        <a:cs typeface="Malgun Gothic" charset="0"/>
                      </a:endParaRPr>
                    </a:p>
                  </a:txBody>
                  <a:tcPr marL="109728" marR="109728" marT="27432" marB="27432" anchor="ctr">
                    <a:lnL w="9525" cap="flat" cmpd="sng" algn="ctr">
                      <a:solidFill>
                        <a:srgbClr val="263241"/>
                      </a:solidFill>
                      <a:prstDash val="solid"/>
                      <a:round/>
                      <a:headEnd type="none" w="med" len="med"/>
                      <a:tailEnd type="none" w="med" len="med"/>
                    </a:lnL>
                    <a:lnR w="9525" cap="flat" cmpd="sng" algn="ctr">
                      <a:solidFill>
                        <a:srgbClr val="263241"/>
                      </a:solidFill>
                      <a:prstDash val="solid"/>
                      <a:round/>
                      <a:headEnd type="none" w="med" len="med"/>
                      <a:tailEnd type="none" w="med" len="med"/>
                    </a:lnR>
                    <a:lnT w="9525" cap="flat" cmpd="sng" algn="ctr">
                      <a:solidFill>
                        <a:srgbClr val="263241"/>
                      </a:solidFill>
                      <a:prstDash val="solid"/>
                      <a:round/>
                      <a:headEnd type="none" w="med" len="med"/>
                      <a:tailEnd type="none" w="med" len="med"/>
                    </a:lnT>
                    <a:lnB w="9525" cap="flat" cmpd="sng" algn="ctr">
                      <a:solidFill>
                        <a:srgbClr val="263241"/>
                      </a:solidFill>
                      <a:prstDash val="solid"/>
                      <a:round/>
                      <a:headEnd type="none" w="med" len="med"/>
                      <a:tailEnd type="none" w="med" len="med"/>
                    </a:lnB>
                    <a:solidFill>
                      <a:srgbClr val="121820"/>
                    </a:solidFill>
                  </a:tcPr>
                </a:tc>
                <a:tc>
                  <a:txBody>
                    <a:bodyPr/>
                    <a:lstStyle/>
                    <a:p>
                      <a:pPr algn="r" indent="0" marL="0">
                        <a:buNone/>
                      </a:pPr>
                      <a:r>
                        <a:rPr lang="en-US" sz="1400" dirty="0">
                          <a:solidFill>
                            <a:srgbClr val="F1F5F9"/>
                          </a:solidFill>
                          <a:latin typeface="Malgun Gothic" pitchFamily="34" charset="0"/>
                          <a:ea typeface="Malgun Gothic" pitchFamily="34" charset="-122"/>
                          <a:cs typeface="Malgun Gothic" pitchFamily="34" charset="-120"/>
                        </a:rPr>
                        <a:t>24</a:t>
                      </a:r>
                      <a:endParaRPr lang="en-US" sz="1400" dirty="0">
                        <a:latin typeface="Malgun Gothic" charset="0"/>
                        <a:ea typeface="Malgun Gothic" charset="0"/>
                        <a:cs typeface="Malgun Gothic" charset="0"/>
                      </a:endParaRPr>
                    </a:p>
                  </a:txBody>
                  <a:tcPr marL="109728" marR="109728" marT="27432" marB="27432" anchor="ctr">
                    <a:lnL w="9525" cap="flat" cmpd="sng" algn="ctr">
                      <a:solidFill>
                        <a:srgbClr val="263241"/>
                      </a:solidFill>
                      <a:prstDash val="solid"/>
                      <a:round/>
                      <a:headEnd type="none" w="med" len="med"/>
                      <a:tailEnd type="none" w="med" len="med"/>
                    </a:lnL>
                    <a:lnR w="9525" cap="flat" cmpd="sng" algn="ctr">
                      <a:solidFill>
                        <a:srgbClr val="263241"/>
                      </a:solidFill>
                      <a:prstDash val="solid"/>
                      <a:round/>
                      <a:headEnd type="none" w="med" len="med"/>
                      <a:tailEnd type="none" w="med" len="med"/>
                    </a:lnR>
                    <a:lnT w="9525" cap="flat" cmpd="sng" algn="ctr">
                      <a:solidFill>
                        <a:srgbClr val="263241"/>
                      </a:solidFill>
                      <a:prstDash val="solid"/>
                      <a:round/>
                      <a:headEnd type="none" w="med" len="med"/>
                      <a:tailEnd type="none" w="med" len="med"/>
                    </a:lnT>
                    <a:lnB w="9525" cap="flat" cmpd="sng" algn="ctr">
                      <a:solidFill>
                        <a:srgbClr val="263241"/>
                      </a:solidFill>
                      <a:prstDash val="solid"/>
                      <a:round/>
                      <a:headEnd type="none" w="med" len="med"/>
                      <a:tailEnd type="none" w="med" len="med"/>
                    </a:lnB>
                    <a:solidFill>
                      <a:srgbClr val="121820"/>
                    </a:solidFill>
                  </a:tcPr>
                </a:tc>
                <a:tc>
                  <a:txBody>
                    <a:bodyPr/>
                    <a:lstStyle/>
                    <a:p>
                      <a:pPr algn="r" indent="0" marL="0">
                        <a:buNone/>
                      </a:pPr>
                      <a:r>
                        <a:rPr lang="en-US" sz="1400" dirty="0">
                          <a:solidFill>
                            <a:srgbClr val="F97316"/>
                          </a:solidFill>
                          <a:latin typeface="Malgun Gothic" pitchFamily="34" charset="0"/>
                          <a:ea typeface="Malgun Gothic" pitchFamily="34" charset="-122"/>
                          <a:cs typeface="Malgun Gothic" pitchFamily="34" charset="-120"/>
                        </a:rPr>
                        <a:t>80.0%</a:t>
                      </a:r>
                      <a:endParaRPr lang="en-US" sz="1400" dirty="0">
                        <a:latin typeface="Malgun Gothic" charset="0"/>
                        <a:ea typeface="Malgun Gothic" charset="0"/>
                        <a:cs typeface="Malgun Gothic" charset="0"/>
                      </a:endParaRPr>
                    </a:p>
                  </a:txBody>
                  <a:tcPr marL="109728" marR="109728" marT="27432" marB="27432" anchor="ctr">
                    <a:lnL w="9525" cap="flat" cmpd="sng" algn="ctr">
                      <a:solidFill>
                        <a:srgbClr val="263241"/>
                      </a:solidFill>
                      <a:prstDash val="solid"/>
                      <a:round/>
                      <a:headEnd type="none" w="med" len="med"/>
                      <a:tailEnd type="none" w="med" len="med"/>
                    </a:lnL>
                    <a:lnR w="9525" cap="flat" cmpd="sng" algn="ctr">
                      <a:solidFill>
                        <a:srgbClr val="263241"/>
                      </a:solidFill>
                      <a:prstDash val="solid"/>
                      <a:round/>
                      <a:headEnd type="none" w="med" len="med"/>
                      <a:tailEnd type="none" w="med" len="med"/>
                    </a:lnR>
                    <a:lnT w="9525" cap="flat" cmpd="sng" algn="ctr">
                      <a:solidFill>
                        <a:srgbClr val="263241"/>
                      </a:solidFill>
                      <a:prstDash val="solid"/>
                      <a:round/>
                      <a:headEnd type="none" w="med" len="med"/>
                      <a:tailEnd type="none" w="med" len="med"/>
                    </a:lnT>
                    <a:lnB w="9525" cap="flat" cmpd="sng" algn="ctr">
                      <a:solidFill>
                        <a:srgbClr val="263241"/>
                      </a:solidFill>
                      <a:prstDash val="solid"/>
                      <a:round/>
                      <a:headEnd type="none" w="med" len="med"/>
                      <a:tailEnd type="none" w="med" len="med"/>
                    </a:lnB>
                    <a:solidFill>
                      <a:srgbClr val="121820"/>
                    </a:solidFill>
                  </a:tcPr>
                </a:tc>
              </a:tr>
              <a:tr h="329184">
                <a:tc>
                  <a:txBody>
                    <a:bodyPr/>
                    <a:lstStyle/>
                    <a:p>
                      <a:pPr algn="l" indent="0" marL="0">
                        <a:buNone/>
                      </a:pPr>
                      <a:r>
                        <a:rPr lang="en-US" sz="1400" dirty="0">
                          <a:solidFill>
                            <a:srgbClr val="F1F5F9"/>
                          </a:solidFill>
                          <a:latin typeface="Malgun Gothic" pitchFamily="34" charset="0"/>
                          <a:ea typeface="Malgun Gothic" pitchFamily="34" charset="-122"/>
                          <a:cs typeface="Malgun Gothic" pitchFamily="34" charset="-120"/>
                        </a:rPr>
                        <a:t>주의</a:t>
                      </a:r>
                      <a:endParaRPr lang="en-US" sz="1400" dirty="0">
                        <a:latin typeface="Malgun Gothic" charset="0"/>
                        <a:ea typeface="Malgun Gothic" charset="0"/>
                        <a:cs typeface="Malgun Gothic" charset="0"/>
                      </a:endParaRPr>
                    </a:p>
                  </a:txBody>
                  <a:tcPr marL="109728" marR="109728" marT="27432" marB="27432" anchor="ctr">
                    <a:lnL w="9525" cap="flat" cmpd="sng" algn="ctr">
                      <a:solidFill>
                        <a:srgbClr val="263241"/>
                      </a:solidFill>
                      <a:prstDash val="solid"/>
                      <a:round/>
                      <a:headEnd type="none" w="med" len="med"/>
                      <a:tailEnd type="none" w="med" len="med"/>
                    </a:lnL>
                    <a:lnR w="9525" cap="flat" cmpd="sng" algn="ctr">
                      <a:solidFill>
                        <a:srgbClr val="263241"/>
                      </a:solidFill>
                      <a:prstDash val="solid"/>
                      <a:round/>
                      <a:headEnd type="none" w="med" len="med"/>
                      <a:tailEnd type="none" w="med" len="med"/>
                    </a:lnR>
                    <a:lnT w="9525" cap="flat" cmpd="sng" algn="ctr">
                      <a:solidFill>
                        <a:srgbClr val="263241"/>
                      </a:solidFill>
                      <a:prstDash val="solid"/>
                      <a:round/>
                      <a:headEnd type="none" w="med" len="med"/>
                      <a:tailEnd type="none" w="med" len="med"/>
                    </a:lnT>
                    <a:lnB w="9525" cap="flat" cmpd="sng" algn="ctr">
                      <a:solidFill>
                        <a:srgbClr val="263241"/>
                      </a:solidFill>
                      <a:prstDash val="solid"/>
                      <a:round/>
                      <a:headEnd type="none" w="med" len="med"/>
                      <a:tailEnd type="none" w="med" len="med"/>
                    </a:lnB>
                    <a:solidFill>
                      <a:srgbClr val="121820"/>
                    </a:solidFill>
                  </a:tcPr>
                </a:tc>
                <a:tc>
                  <a:txBody>
                    <a:bodyPr/>
                    <a:lstStyle/>
                    <a:p>
                      <a:pPr algn="r" indent="0" marL="0">
                        <a:buNone/>
                      </a:pPr>
                      <a:r>
                        <a:rPr lang="en-US" sz="1400" dirty="0">
                          <a:solidFill>
                            <a:srgbClr val="F1F5F9"/>
                          </a:solidFill>
                          <a:latin typeface="Malgun Gothic" pitchFamily="34" charset="0"/>
                          <a:ea typeface="Malgun Gothic" pitchFamily="34" charset="-122"/>
                          <a:cs typeface="Malgun Gothic" pitchFamily="34" charset="-120"/>
                        </a:rPr>
                        <a:t>5,086</a:t>
                      </a:r>
                      <a:endParaRPr lang="en-US" sz="1400" dirty="0">
                        <a:latin typeface="Malgun Gothic" charset="0"/>
                        <a:ea typeface="Malgun Gothic" charset="0"/>
                        <a:cs typeface="Malgun Gothic" charset="0"/>
                      </a:endParaRPr>
                    </a:p>
                  </a:txBody>
                  <a:tcPr marL="109728" marR="109728" marT="27432" marB="27432" anchor="ctr">
                    <a:lnL w="9525" cap="flat" cmpd="sng" algn="ctr">
                      <a:solidFill>
                        <a:srgbClr val="263241"/>
                      </a:solidFill>
                      <a:prstDash val="solid"/>
                      <a:round/>
                      <a:headEnd type="none" w="med" len="med"/>
                      <a:tailEnd type="none" w="med" len="med"/>
                    </a:lnL>
                    <a:lnR w="9525" cap="flat" cmpd="sng" algn="ctr">
                      <a:solidFill>
                        <a:srgbClr val="263241"/>
                      </a:solidFill>
                      <a:prstDash val="solid"/>
                      <a:round/>
                      <a:headEnd type="none" w="med" len="med"/>
                      <a:tailEnd type="none" w="med" len="med"/>
                    </a:lnR>
                    <a:lnT w="9525" cap="flat" cmpd="sng" algn="ctr">
                      <a:solidFill>
                        <a:srgbClr val="263241"/>
                      </a:solidFill>
                      <a:prstDash val="solid"/>
                      <a:round/>
                      <a:headEnd type="none" w="med" len="med"/>
                      <a:tailEnd type="none" w="med" len="med"/>
                    </a:lnT>
                    <a:lnB w="9525" cap="flat" cmpd="sng" algn="ctr">
                      <a:solidFill>
                        <a:srgbClr val="263241"/>
                      </a:solidFill>
                      <a:prstDash val="solid"/>
                      <a:round/>
                      <a:headEnd type="none" w="med" len="med"/>
                      <a:tailEnd type="none" w="med" len="med"/>
                    </a:lnB>
                    <a:solidFill>
                      <a:srgbClr val="121820"/>
                    </a:solidFill>
                  </a:tcPr>
                </a:tc>
                <a:tc>
                  <a:txBody>
                    <a:bodyPr/>
                    <a:lstStyle/>
                    <a:p>
                      <a:pPr algn="r" indent="0" marL="0">
                        <a:buNone/>
                      </a:pPr>
                      <a:r>
                        <a:rPr lang="en-US" sz="1400" dirty="0">
                          <a:solidFill>
                            <a:srgbClr val="F1F5F9"/>
                          </a:solidFill>
                          <a:latin typeface="Malgun Gothic" pitchFamily="34" charset="0"/>
                          <a:ea typeface="Malgun Gothic" pitchFamily="34" charset="-122"/>
                          <a:cs typeface="Malgun Gothic" pitchFamily="34" charset="-120"/>
                        </a:rPr>
                        <a:t>30</a:t>
                      </a:r>
                      <a:endParaRPr lang="en-US" sz="1400" dirty="0">
                        <a:latin typeface="Malgun Gothic" charset="0"/>
                        <a:ea typeface="Malgun Gothic" charset="0"/>
                        <a:cs typeface="Malgun Gothic" charset="0"/>
                      </a:endParaRPr>
                    </a:p>
                  </a:txBody>
                  <a:tcPr marL="109728" marR="109728" marT="27432" marB="27432" anchor="ctr">
                    <a:lnL w="9525" cap="flat" cmpd="sng" algn="ctr">
                      <a:solidFill>
                        <a:srgbClr val="263241"/>
                      </a:solidFill>
                      <a:prstDash val="solid"/>
                      <a:round/>
                      <a:headEnd type="none" w="med" len="med"/>
                      <a:tailEnd type="none" w="med" len="med"/>
                    </a:lnL>
                    <a:lnR w="9525" cap="flat" cmpd="sng" algn="ctr">
                      <a:solidFill>
                        <a:srgbClr val="263241"/>
                      </a:solidFill>
                      <a:prstDash val="solid"/>
                      <a:round/>
                      <a:headEnd type="none" w="med" len="med"/>
                      <a:tailEnd type="none" w="med" len="med"/>
                    </a:lnR>
                    <a:lnT w="9525" cap="flat" cmpd="sng" algn="ctr">
                      <a:solidFill>
                        <a:srgbClr val="263241"/>
                      </a:solidFill>
                      <a:prstDash val="solid"/>
                      <a:round/>
                      <a:headEnd type="none" w="med" len="med"/>
                      <a:tailEnd type="none" w="med" len="med"/>
                    </a:lnT>
                    <a:lnB w="9525" cap="flat" cmpd="sng" algn="ctr">
                      <a:solidFill>
                        <a:srgbClr val="263241"/>
                      </a:solidFill>
                      <a:prstDash val="solid"/>
                      <a:round/>
                      <a:headEnd type="none" w="med" len="med"/>
                      <a:tailEnd type="none" w="med" len="med"/>
                    </a:lnB>
                    <a:solidFill>
                      <a:srgbClr val="121820"/>
                    </a:solidFill>
                  </a:tcPr>
                </a:tc>
                <a:tc>
                  <a:txBody>
                    <a:bodyPr/>
                    <a:lstStyle/>
                    <a:p>
                      <a:pPr algn="r" indent="0" marL="0">
                        <a:buNone/>
                      </a:pPr>
                      <a:r>
                        <a:rPr lang="en-US" sz="1400" dirty="0">
                          <a:solidFill>
                            <a:srgbClr val="F1F5F9"/>
                          </a:solidFill>
                          <a:latin typeface="Malgun Gothic" pitchFamily="34" charset="0"/>
                          <a:ea typeface="Malgun Gothic" pitchFamily="34" charset="-122"/>
                          <a:cs typeface="Malgun Gothic" pitchFamily="34" charset="-120"/>
                        </a:rPr>
                        <a:t>100.0%</a:t>
                      </a:r>
                      <a:endParaRPr lang="en-US" sz="1400" dirty="0">
                        <a:latin typeface="Malgun Gothic" charset="0"/>
                        <a:ea typeface="Malgun Gothic" charset="0"/>
                        <a:cs typeface="Malgun Gothic" charset="0"/>
                      </a:endParaRPr>
                    </a:p>
                  </a:txBody>
                  <a:tcPr marL="109728" marR="109728" marT="27432" marB="27432" anchor="ctr">
                    <a:lnL w="9525" cap="flat" cmpd="sng" algn="ctr">
                      <a:solidFill>
                        <a:srgbClr val="263241"/>
                      </a:solidFill>
                      <a:prstDash val="solid"/>
                      <a:round/>
                      <a:headEnd type="none" w="med" len="med"/>
                      <a:tailEnd type="none" w="med" len="med"/>
                    </a:lnL>
                    <a:lnR w="9525" cap="flat" cmpd="sng" algn="ctr">
                      <a:solidFill>
                        <a:srgbClr val="263241"/>
                      </a:solidFill>
                      <a:prstDash val="solid"/>
                      <a:round/>
                      <a:headEnd type="none" w="med" len="med"/>
                      <a:tailEnd type="none" w="med" len="med"/>
                    </a:lnR>
                    <a:lnT w="9525" cap="flat" cmpd="sng" algn="ctr">
                      <a:solidFill>
                        <a:srgbClr val="263241"/>
                      </a:solidFill>
                      <a:prstDash val="solid"/>
                      <a:round/>
                      <a:headEnd type="none" w="med" len="med"/>
                      <a:tailEnd type="none" w="med" len="med"/>
                    </a:lnT>
                    <a:lnB w="9525" cap="flat" cmpd="sng" algn="ctr">
                      <a:solidFill>
                        <a:srgbClr val="263241"/>
                      </a:solidFill>
                      <a:prstDash val="solid"/>
                      <a:round/>
                      <a:headEnd type="none" w="med" len="med"/>
                      <a:tailEnd type="none" w="med" len="med"/>
                    </a:lnB>
                    <a:solidFill>
                      <a:srgbClr val="121820"/>
                    </a:solidFill>
                  </a:tcPr>
                </a:tc>
              </a:tr>
              <a:tr h="329184">
                <a:tc>
                  <a:txBody>
                    <a:bodyPr/>
                    <a:lstStyle/>
                    <a:p>
                      <a:pPr algn="l" indent="0" marL="0">
                        <a:buNone/>
                      </a:pPr>
                      <a:r>
                        <a:rPr lang="en-US" sz="1400" b="1" dirty="0">
                          <a:solidFill>
                            <a:srgbClr val="F1F5F9"/>
                          </a:solidFill>
                          <a:latin typeface="Malgun Gothic" pitchFamily="34" charset="0"/>
                          <a:ea typeface="Malgun Gothic" pitchFamily="34" charset="-122"/>
                          <a:cs typeface="Malgun Gothic" pitchFamily="34" charset="-120"/>
                        </a:rPr>
                        <a:t>합계</a:t>
                      </a:r>
                      <a:endParaRPr lang="en-US" sz="1400" dirty="0">
                        <a:latin typeface="Malgun Gothic" charset="0"/>
                        <a:ea typeface="Malgun Gothic" charset="0"/>
                        <a:cs typeface="Malgun Gothic" charset="0"/>
                      </a:endParaRPr>
                    </a:p>
                  </a:txBody>
                  <a:tcPr marL="109728" marR="109728" marT="27432" marB="27432" anchor="ctr">
                    <a:lnL w="9525" cap="flat" cmpd="sng" algn="ctr">
                      <a:solidFill>
                        <a:srgbClr val="263241"/>
                      </a:solidFill>
                      <a:prstDash val="solid"/>
                      <a:round/>
                      <a:headEnd type="none" w="med" len="med"/>
                      <a:tailEnd type="none" w="med" len="med"/>
                    </a:lnL>
                    <a:lnR w="9525" cap="flat" cmpd="sng" algn="ctr">
                      <a:solidFill>
                        <a:srgbClr val="263241"/>
                      </a:solidFill>
                      <a:prstDash val="solid"/>
                      <a:round/>
                      <a:headEnd type="none" w="med" len="med"/>
                      <a:tailEnd type="none" w="med" len="med"/>
                    </a:lnR>
                    <a:lnT w="9525" cap="flat" cmpd="sng" algn="ctr">
                      <a:solidFill>
                        <a:srgbClr val="263241"/>
                      </a:solidFill>
                      <a:prstDash val="solid"/>
                      <a:round/>
                      <a:headEnd type="none" w="med" len="med"/>
                      <a:tailEnd type="none" w="med" len="med"/>
                    </a:lnT>
                    <a:lnB w="9525" cap="flat" cmpd="sng" algn="ctr">
                      <a:solidFill>
                        <a:srgbClr val="263241"/>
                      </a:solidFill>
                      <a:prstDash val="solid"/>
                      <a:round/>
                      <a:headEnd type="none" w="med" len="med"/>
                      <a:tailEnd type="none" w="med" len="med"/>
                    </a:lnB>
                    <a:solidFill>
                      <a:srgbClr val="18202A"/>
                    </a:solidFill>
                  </a:tcPr>
                </a:tc>
                <a:tc>
                  <a:txBody>
                    <a:bodyPr/>
                    <a:lstStyle/>
                    <a:p>
                      <a:pPr algn="r" indent="0" marL="0">
                        <a:buNone/>
                      </a:pPr>
                      <a:r>
                        <a:rPr lang="en-US" sz="1400" b="1" dirty="0">
                          <a:solidFill>
                            <a:srgbClr val="F1F5F9"/>
                          </a:solidFill>
                          <a:latin typeface="Malgun Gothic" pitchFamily="34" charset="0"/>
                          <a:ea typeface="Malgun Gothic" pitchFamily="34" charset="-122"/>
                          <a:cs typeface="Malgun Gothic" pitchFamily="34" charset="-120"/>
                        </a:rPr>
                        <a:t>27,735</a:t>
                      </a:r>
                      <a:endParaRPr lang="en-US" sz="1400" dirty="0">
                        <a:latin typeface="Malgun Gothic" charset="0"/>
                        <a:ea typeface="Malgun Gothic" charset="0"/>
                        <a:cs typeface="Malgun Gothic" charset="0"/>
                      </a:endParaRPr>
                    </a:p>
                  </a:txBody>
                  <a:tcPr marL="109728" marR="109728" marT="27432" marB="27432" anchor="ctr">
                    <a:lnL w="9525" cap="flat" cmpd="sng" algn="ctr">
                      <a:solidFill>
                        <a:srgbClr val="263241"/>
                      </a:solidFill>
                      <a:prstDash val="solid"/>
                      <a:round/>
                      <a:headEnd type="none" w="med" len="med"/>
                      <a:tailEnd type="none" w="med" len="med"/>
                    </a:lnL>
                    <a:lnR w="9525" cap="flat" cmpd="sng" algn="ctr">
                      <a:solidFill>
                        <a:srgbClr val="263241"/>
                      </a:solidFill>
                      <a:prstDash val="solid"/>
                      <a:round/>
                      <a:headEnd type="none" w="med" len="med"/>
                      <a:tailEnd type="none" w="med" len="med"/>
                    </a:lnR>
                    <a:lnT w="9525" cap="flat" cmpd="sng" algn="ctr">
                      <a:solidFill>
                        <a:srgbClr val="263241"/>
                      </a:solidFill>
                      <a:prstDash val="solid"/>
                      <a:round/>
                      <a:headEnd type="none" w="med" len="med"/>
                      <a:tailEnd type="none" w="med" len="med"/>
                    </a:lnT>
                    <a:lnB w="9525" cap="flat" cmpd="sng" algn="ctr">
                      <a:solidFill>
                        <a:srgbClr val="263241"/>
                      </a:solidFill>
                      <a:prstDash val="solid"/>
                      <a:round/>
                      <a:headEnd type="none" w="med" len="med"/>
                      <a:tailEnd type="none" w="med" len="med"/>
                    </a:lnB>
                    <a:solidFill>
                      <a:srgbClr val="18202A"/>
                    </a:solidFill>
                  </a:tcPr>
                </a:tc>
                <a:tc>
                  <a:txBody>
                    <a:bodyPr/>
                    <a:lstStyle/>
                    <a:p>
                      <a:pPr algn="r" indent="0" marL="0">
                        <a:buNone/>
                      </a:pPr>
                      <a:r>
                        <a:rPr lang="en-US" sz="1400" b="1" dirty="0">
                          <a:solidFill>
                            <a:srgbClr val="F1F5F9"/>
                          </a:solidFill>
                          <a:latin typeface="Malgun Gothic" pitchFamily="34" charset="0"/>
                          <a:ea typeface="Malgun Gothic" pitchFamily="34" charset="-122"/>
                          <a:cs typeface="Malgun Gothic" pitchFamily="34" charset="-120"/>
                        </a:rPr>
                        <a:t>200 / 210</a:t>
                      </a:r>
                      <a:endParaRPr lang="en-US" sz="1400" dirty="0">
                        <a:latin typeface="Malgun Gothic" charset="0"/>
                        <a:ea typeface="Malgun Gothic" charset="0"/>
                        <a:cs typeface="Malgun Gothic" charset="0"/>
                      </a:endParaRPr>
                    </a:p>
                  </a:txBody>
                  <a:tcPr marL="109728" marR="109728" marT="27432" marB="27432" anchor="ctr">
                    <a:lnL w="9525" cap="flat" cmpd="sng" algn="ctr">
                      <a:solidFill>
                        <a:srgbClr val="263241"/>
                      </a:solidFill>
                      <a:prstDash val="solid"/>
                      <a:round/>
                      <a:headEnd type="none" w="med" len="med"/>
                      <a:tailEnd type="none" w="med" len="med"/>
                    </a:lnL>
                    <a:lnR w="9525" cap="flat" cmpd="sng" algn="ctr">
                      <a:solidFill>
                        <a:srgbClr val="263241"/>
                      </a:solidFill>
                      <a:prstDash val="solid"/>
                      <a:round/>
                      <a:headEnd type="none" w="med" len="med"/>
                      <a:tailEnd type="none" w="med" len="med"/>
                    </a:lnR>
                    <a:lnT w="9525" cap="flat" cmpd="sng" algn="ctr">
                      <a:solidFill>
                        <a:srgbClr val="263241"/>
                      </a:solidFill>
                      <a:prstDash val="solid"/>
                      <a:round/>
                      <a:headEnd type="none" w="med" len="med"/>
                      <a:tailEnd type="none" w="med" len="med"/>
                    </a:lnT>
                    <a:lnB w="9525" cap="flat" cmpd="sng" algn="ctr">
                      <a:solidFill>
                        <a:srgbClr val="263241"/>
                      </a:solidFill>
                      <a:prstDash val="solid"/>
                      <a:round/>
                      <a:headEnd type="none" w="med" len="med"/>
                      <a:tailEnd type="none" w="med" len="med"/>
                    </a:lnB>
                    <a:solidFill>
                      <a:srgbClr val="18202A"/>
                    </a:solidFill>
                  </a:tcPr>
                </a:tc>
                <a:tc>
                  <a:txBody>
                    <a:bodyPr/>
                    <a:lstStyle/>
                    <a:p>
                      <a:pPr algn="r" indent="0" marL="0">
                        <a:buNone/>
                      </a:pPr>
                      <a:r>
                        <a:rPr lang="en-US" sz="1400" b="1" dirty="0">
                          <a:solidFill>
                            <a:srgbClr val="F1F5F9"/>
                          </a:solidFill>
                          <a:latin typeface="Malgun Gothic" pitchFamily="34" charset="0"/>
                          <a:ea typeface="Malgun Gothic" pitchFamily="34" charset="-122"/>
                          <a:cs typeface="Malgun Gothic" pitchFamily="34" charset="-120"/>
                        </a:rPr>
                        <a:t>95.2%</a:t>
                      </a:r>
                      <a:endParaRPr lang="en-US" sz="1400" dirty="0">
                        <a:latin typeface="Malgun Gothic" charset="0"/>
                        <a:ea typeface="Malgun Gothic" charset="0"/>
                        <a:cs typeface="Malgun Gothic" charset="0"/>
                      </a:endParaRPr>
                    </a:p>
                  </a:txBody>
                  <a:tcPr marL="109728" marR="109728" marT="27432" marB="27432" anchor="ctr">
                    <a:lnL w="9525" cap="flat" cmpd="sng" algn="ctr">
                      <a:solidFill>
                        <a:srgbClr val="263241"/>
                      </a:solidFill>
                      <a:prstDash val="solid"/>
                      <a:round/>
                      <a:headEnd type="none" w="med" len="med"/>
                      <a:tailEnd type="none" w="med" len="med"/>
                    </a:lnL>
                    <a:lnR w="9525" cap="flat" cmpd="sng" algn="ctr">
                      <a:solidFill>
                        <a:srgbClr val="263241"/>
                      </a:solidFill>
                      <a:prstDash val="solid"/>
                      <a:round/>
                      <a:headEnd type="none" w="med" len="med"/>
                      <a:tailEnd type="none" w="med" len="med"/>
                    </a:lnR>
                    <a:lnT w="9525" cap="flat" cmpd="sng" algn="ctr">
                      <a:solidFill>
                        <a:srgbClr val="263241"/>
                      </a:solidFill>
                      <a:prstDash val="solid"/>
                      <a:round/>
                      <a:headEnd type="none" w="med" len="med"/>
                      <a:tailEnd type="none" w="med" len="med"/>
                    </a:lnT>
                    <a:lnB w="9525" cap="flat" cmpd="sng" algn="ctr">
                      <a:solidFill>
                        <a:srgbClr val="263241"/>
                      </a:solidFill>
                      <a:prstDash val="solid"/>
                      <a:round/>
                      <a:headEnd type="none" w="med" len="med"/>
                      <a:tailEnd type="none" w="med" len="med"/>
                    </a:lnB>
                    <a:solidFill>
                      <a:srgbClr val="18202A"/>
                    </a:solidFill>
                  </a:tcPr>
                </a:tc>
              </a:tr>
            </a:tbl>
          </a:graphicData>
        </a:graphic>
      </p:graphicFrame>
      <p:sp>
        <p:nvSpPr>
          <p:cNvPr id="12" name="Text 10"/>
          <p:cNvSpPr/>
          <p:nvPr/>
        </p:nvSpPr>
        <p:spPr>
          <a:xfrm>
            <a:off x="548640" y="4526280"/>
            <a:ext cx="3566795" cy="594995"/>
          </a:xfrm>
          <a:prstGeom prst="rect">
            <a:avLst/>
          </a:prstGeom>
          <a:noFill/>
          <a:ln/>
        </p:spPr>
        <p:txBody>
          <a:bodyPr wrap="square" lIns="0" tIns="0" rIns="0" bIns="0" numCol="1" vert="horz" anchor="t">
            <a:noAutofit/>
          </a:bodyPr>
          <a:lstStyle/>
          <a:p>
            <a:pPr marL="0" indent="0">
              <a:buFontTx/>
              <a:buNone/>
            </a:pPr>
            <a:r>
              <a:rPr lang="ko-KR" altLang="en-US" sz="1400">
                <a:solidFill>
                  <a:srgbClr val="94A3B8"/>
                </a:solidFill>
                <a:latin typeface="Malgun Gothic" charset="0"/>
                <a:ea typeface="Malgun Gothic" charset="0"/>
                <a:cs typeface="Malgun Gothic" charset="0"/>
              </a:rPr>
              <a:t>10 / 210  ·  목표 5% 이하</a:t>
            </a:r>
            <a:endParaRPr lang="ko-KR" altLang="en-US" sz="1400">
              <a:solidFill>
                <a:srgbClr val="94A3B8"/>
              </a:solidFill>
              <a:latin typeface="Malgun Gothic" charset="0"/>
              <a:ea typeface="Malgun Gothic" charset="0"/>
              <a:cs typeface="Malgun Gothic" charset="0"/>
            </a:endParaRPr>
          </a:p>
          <a:p>
            <a:pPr marL="0" indent="0">
              <a:buFontTx/>
              <a:buNone/>
            </a:pPr>
            <a:endParaRPr lang="ko-KR" altLang="en-US" sz="1400">
              <a:solidFill>
                <a:srgbClr val="94A3B8"/>
              </a:solidFill>
              <a:latin typeface="Malgun Gothic" charset="0"/>
              <a:ea typeface="Malgun Gothic" charset="0"/>
              <a:cs typeface="Malgun Gothic" charset="0"/>
            </a:endParaRPr>
          </a:p>
        </p:txBody>
      </p:sp>
      <p:sp>
        <p:nvSpPr>
          <p:cNvPr id="13" name="Text 11"/>
          <p:cNvSpPr/>
          <p:nvPr/>
        </p:nvSpPr>
        <p:spPr>
          <a:xfrm>
            <a:off x="548640" y="5257800"/>
            <a:ext cx="3566160" cy="347345"/>
          </a:xfrm>
          <a:prstGeom prst="rect">
            <a:avLst/>
          </a:prstGeom>
          <a:noFill/>
          <a:ln/>
        </p:spPr>
        <p:txBody>
          <a:bodyPr wrap="square" lIns="0" tIns="0" rIns="0" bIns="0" rtlCol="0" anchor="ctr"/>
          <a:lstStyle/>
          <a:p>
            <a:pPr indent="0" marL="0">
              <a:buNone/>
            </a:pPr>
            <a:r>
              <a:rPr lang="ko-KR" altLang="en-US" sz="1500" b="1" dirty="0">
                <a:solidFill>
                  <a:srgbClr val="F97316"/>
                </a:solidFill>
                <a:latin typeface="Malgun Gothic" pitchFamily="34" charset="0"/>
                <a:ea typeface="Malgun Gothic" pitchFamily="34" charset="-122"/>
                <a:cs typeface="Malgun Gothic" pitchFamily="34" charset="-120"/>
              </a:rPr>
              <a:t>다른 신호로 잘못 판정: 0건</a:t>
            </a:r>
            <a:endParaRPr lang="ko-KR" sz="1500" dirty="0"/>
          </a:p>
        </p:txBody>
      </p:sp>
      <p:sp>
        <p:nvSpPr>
          <p:cNvPr id="15" name="Text 12"/>
          <p:cNvSpPr>
            <a:spLocks/>
          </p:cNvSpPr>
          <p:nvPr/>
        </p:nvSpPr>
        <p:spPr>
          <a:xfrm rot="0">
            <a:off x="4434840" y="4709160"/>
            <a:ext cx="2743835" cy="320675"/>
          </a:xfrm>
          <a:prstGeom prst="rect"/>
          <a:noFill/>
          <a:ln cap="flat" cmpd="sng">
            <a:prstDash/>
          </a:ln>
        </p:spPr>
        <p:txBody>
          <a:bodyPr wrap="square" lIns="0" tIns="0" rIns="0" bIns="0" numCol="1" vert="horz" anchor="ctr">
            <a:noAutofit/>
          </a:bodyPr>
          <a:lstStyle/>
          <a:p>
            <a:pPr marL="0" indent="0">
              <a:buFontTx/>
              <a:buNone/>
            </a:pPr>
            <a:r>
              <a:rPr lang="ko-KR" altLang="en-US" sz="1500" b="1">
                <a:solidFill>
                  <a:srgbClr val="F1F5F9"/>
                </a:solidFill>
                <a:latin typeface="Malgun Gothic" charset="0"/>
                <a:ea typeface="Malgun Gothic" charset="0"/>
                <a:cs typeface="Malgun Gothic" charset="0"/>
              </a:rPr>
              <a:t>데이터 나누기</a:t>
            </a:r>
            <a:endParaRPr lang="ko-KR" altLang="en-US" sz="1500" b="1">
              <a:solidFill>
                <a:srgbClr val="F1F5F9"/>
              </a:solidFill>
              <a:latin typeface="Malgun Gothic" charset="0"/>
              <a:ea typeface="Malgun Gothic" charset="0"/>
              <a:cs typeface="Malgun Gothic" charset="0"/>
            </a:endParaRPr>
          </a:p>
        </p:txBody>
      </p:sp>
      <p:sp>
        <p:nvSpPr>
          <p:cNvPr id="16" name="Shape 13"/>
          <p:cNvSpPr/>
          <p:nvPr/>
        </p:nvSpPr>
        <p:spPr>
          <a:xfrm>
            <a:off x="4434840" y="5093335"/>
            <a:ext cx="3489960" cy="1024255"/>
          </a:xfrm>
          <a:prstGeom prst="rect">
            <a:avLst/>
          </a:prstGeom>
          <a:solidFill>
            <a:srgbClr val="121820"/>
          </a:solidFill>
          <a:ln w="12700">
            <a:solidFill>
              <a:srgbClr val="263241"/>
            </a:solidFill>
            <a:prstDash val="solid"/>
          </a:ln>
        </p:spPr>
      </p:sp>
      <p:sp>
        <p:nvSpPr>
          <p:cNvPr id="17" name="Text 14"/>
          <p:cNvSpPr/>
          <p:nvPr/>
        </p:nvSpPr>
        <p:spPr>
          <a:xfrm>
            <a:off x="4599305" y="5166360"/>
            <a:ext cx="3215640" cy="895985"/>
          </a:xfrm>
          <a:prstGeom prst="rect">
            <a:avLst/>
          </a:prstGeom>
          <a:noFill/>
          <a:ln/>
        </p:spPr>
        <p:txBody>
          <a:bodyPr wrap="square" lIns="0" tIns="0" rIns="0" bIns="0" rtlCol="0" anchor="t"/>
          <a:lstStyle/>
          <a:p>
            <a:pPr indent="0" marL="0">
              <a:buNone/>
            </a:pPr>
            <a:r>
              <a:rPr lang="ko-KR" altLang="en-US" sz="1200" b="1" dirty="0">
                <a:solidFill>
                  <a:srgbClr val="F1F5F9"/>
                </a:solidFill>
                <a:latin typeface="Malgun Gothic" pitchFamily="34" charset="0"/>
                <a:ea typeface="Malgun Gothic" pitchFamily="34" charset="-122"/>
                <a:cs typeface="Malgun Gothic" pitchFamily="34" charset="-120"/>
              </a:rPr>
              <a:t>공개 데이터 27,735건 → 학습</a:t>
            </a:r>
            <a:endParaRPr lang="ko-KR" sz="1200" dirty="0"/>
          </a:p>
          <a:p>
            <a:pPr indent="0" marL="0">
              <a:buNone/>
            </a:pPr>
            <a:r>
              <a:rPr lang="ko-KR" altLang="en-US" sz="1200" dirty="0">
                <a:solidFill>
                  <a:srgbClr val="94A3B8"/>
                </a:solidFill>
                <a:latin typeface="Malgun Gothic" pitchFamily="34" charset="0"/>
                <a:ea typeface="Malgun Gothic" pitchFamily="34" charset="-122"/>
                <a:cs typeface="Malgun Gothic" pitchFamily="34" charset="-120"/>
              </a:rPr>
              <a:t>모델 점검: 촬영 묶음 단위 5등분, 학습 80 : 검증 20 (5회 반복)</a:t>
            </a:r>
            <a:endParaRPr lang="ko-KR" sz="1200" dirty="0"/>
          </a:p>
        </p:txBody>
      </p:sp>
      <p:sp>
        <p:nvSpPr>
          <p:cNvPr id="18" name="Shape 15"/>
          <p:cNvSpPr/>
          <p:nvPr/>
        </p:nvSpPr>
        <p:spPr>
          <a:xfrm>
            <a:off x="8153400" y="5093335"/>
            <a:ext cx="3489960" cy="1024255"/>
          </a:xfrm>
          <a:prstGeom prst="rect">
            <a:avLst/>
          </a:prstGeom>
          <a:solidFill>
            <a:srgbClr val="121820"/>
          </a:solidFill>
          <a:ln w="12700">
            <a:solidFill>
              <a:srgbClr val="263241"/>
            </a:solidFill>
            <a:prstDash val="solid"/>
          </a:ln>
        </p:spPr>
      </p:sp>
      <p:sp>
        <p:nvSpPr>
          <p:cNvPr id="19" name="Text 16"/>
          <p:cNvSpPr/>
          <p:nvPr/>
        </p:nvSpPr>
        <p:spPr>
          <a:xfrm>
            <a:off x="8317865" y="5166360"/>
            <a:ext cx="3215640" cy="895985"/>
          </a:xfrm>
          <a:prstGeom prst="rect">
            <a:avLst/>
          </a:prstGeom>
          <a:noFill/>
          <a:ln/>
        </p:spPr>
        <p:txBody>
          <a:bodyPr wrap="square" lIns="0" tIns="0" rIns="0" bIns="0" rtlCol="0" anchor="t"/>
          <a:lstStyle/>
          <a:p>
            <a:pPr indent="0" marL="0">
              <a:buNone/>
            </a:pPr>
            <a:r>
              <a:rPr lang="ko-KR" altLang="en-US" sz="1200" b="1" dirty="0">
                <a:solidFill>
                  <a:srgbClr val="F1F5F9"/>
                </a:solidFill>
                <a:latin typeface="Malgun Gothic" pitchFamily="34" charset="0"/>
                <a:ea typeface="Malgun Gothic" pitchFamily="34" charset="-122"/>
                <a:cs typeface="Malgun Gothic" pitchFamily="34" charset="-120"/>
              </a:rPr>
              <a:t>팀원 3명 촬영 210시도 → 평가 전용</a:t>
            </a:r>
            <a:endParaRPr lang="ko-KR" sz="1200" dirty="0"/>
          </a:p>
          <a:p>
            <a:pPr indent="0" marL="0">
              <a:buNone/>
            </a:pPr>
            <a:r>
              <a:rPr lang="ko-KR" altLang="en-US" sz="1200" dirty="0">
                <a:solidFill>
                  <a:srgbClr val="94A3B8"/>
                </a:solidFill>
                <a:latin typeface="Malgun Gothic" pitchFamily="34" charset="0"/>
                <a:ea typeface="Malgun Gothic" pitchFamily="34" charset="-122"/>
                <a:cs typeface="Malgun Gothic" pitchFamily="34" charset="-120"/>
              </a:rPr>
              <a:t>3명 × 7종 × 10회, 3장면 연속 규칙으로 판정</a:t>
            </a:r>
            <a:endParaRPr lang="ko-KR" sz="1200" dirty="0"/>
          </a:p>
        </p:txBody>
      </p:sp>
      <p:sp>
        <p:nvSpPr>
          <p:cNvPr id="20" name="Text 17"/>
          <p:cNvSpPr/>
          <p:nvPr/>
        </p:nvSpPr>
        <p:spPr>
          <a:xfrm>
            <a:off x="548640" y="6172200"/>
            <a:ext cx="11094720" cy="255905"/>
          </a:xfrm>
          <a:prstGeom prst="rect">
            <a:avLst/>
          </a:prstGeom>
          <a:noFill/>
          <a:ln/>
        </p:spPr>
        <p:txBody>
          <a:bodyPr wrap="square" lIns="0" tIns="0" rIns="0" bIns="0" rtlCol="0" anchor="ctr"/>
          <a:lstStyle/>
          <a:p>
            <a:pPr indent="0" marL="0">
              <a:buNone/>
            </a:pPr>
            <a:r>
              <a:rPr lang="ko-KR" altLang="en-US" sz="1100" dirty="0">
                <a:solidFill>
                  <a:srgbClr val="64748B"/>
                </a:solidFill>
                <a:latin typeface="Malgun Gothic" pitchFamily="34" charset="0"/>
                <a:ea typeface="Malgun Gothic" pitchFamily="34" charset="-122"/>
                <a:cs typeface="Malgun Gothic" pitchFamily="34" charset="-120"/>
              </a:rPr>
              <a:t>측정 2026-09-30. 정답률 · 미판정률은 95% 신뢰구간이 목표선에 걸쳐 ‘잠정 달성’으로 기록</a:t>
            </a:r>
            <a:endParaRPr lang="ko-KR" sz="1100"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xmlns:p14="http://schemas.microsoft.com/office/powerpoint/2010/main">
  <p:cSld name="Slide 11">
    <p:bg>
      <p:bgPr>
        <a:solidFill>
          <a:srgbClr val="0D1217"/>
        </a:solidFill>
      </p:bgPr>
    </p:bg>
    <p:spTree>
      <p:nvGrpSpPr>
        <p:cNvPr id="1" name=""/>
        <p:cNvGrpSpPr/>
        <p:nvPr/>
      </p:nvGrpSpPr>
      <p:grpSpPr>
        <a:xfrm>
          <a:off x="0" y="0"/>
          <a:ext cx="0" cy="0"/>
          <a:chOff x="0" y="0"/>
          <a:chExt cx="0" cy="0"/>
        </a:xfrm>
      </p:grpSpPr>
      <p:sp>
        <p:nvSpPr>
          <p:cNvPr id="2" name="Shape 0"/>
          <p:cNvSpPr/>
          <p:nvPr/>
        </p:nvSpPr>
        <p:spPr>
          <a:xfrm>
            <a:off x="548640" y="457200"/>
            <a:ext cx="100330" cy="100330"/>
          </a:xfrm>
          <a:prstGeom prst="rect">
            <a:avLst/>
          </a:prstGeom>
          <a:solidFill>
            <a:srgbClr val="F97316"/>
          </a:solidFill>
          <a:ln w="12700">
            <a:solidFill>
              <a:srgbClr val="F97316"/>
            </a:solidFill>
            <a:prstDash val="solid"/>
          </a:ln>
        </p:spPr>
      </p:sp>
      <p:sp>
        <p:nvSpPr>
          <p:cNvPr id="3" name="Text 1"/>
          <p:cNvSpPr/>
          <p:nvPr/>
        </p:nvSpPr>
        <p:spPr>
          <a:xfrm>
            <a:off x="749935" y="356870"/>
            <a:ext cx="7315200" cy="292735"/>
          </a:xfrm>
          <a:prstGeom prst="rect">
            <a:avLst/>
          </a:prstGeom>
          <a:noFill/>
          <a:ln/>
        </p:spPr>
        <p:txBody>
          <a:bodyPr wrap="square" lIns="0" tIns="0" rIns="0" bIns="0" rtlCol="0" anchor="ctr"/>
          <a:lstStyle/>
          <a:p>
            <a:pPr indent="0" marL="0">
              <a:buNone/>
            </a:pPr>
            <a:r>
              <a:rPr lang="ko-KR" altLang="en-US" sz="1200" dirty="0">
                <a:solidFill>
                  <a:srgbClr val="94A3B8"/>
                </a:solidFill>
                <a:latin typeface="Malgun Gothic" pitchFamily="34" charset="0"/>
                <a:ea typeface="Malgun Gothic" pitchFamily="34" charset="-122"/>
                <a:cs typeface="Malgun Gothic" pitchFamily="34" charset="-120"/>
              </a:rPr>
              <a:t>12   지연 결과</a:t>
            </a:r>
            <a:endParaRPr lang="ko-KR" sz="1200" dirty="0"/>
          </a:p>
        </p:txBody>
      </p:sp>
      <p:sp>
        <p:nvSpPr>
          <p:cNvPr id="4" name="Text 2"/>
          <p:cNvSpPr/>
          <p:nvPr/>
        </p:nvSpPr>
        <p:spPr>
          <a:xfrm>
            <a:off x="10546080" y="6446520"/>
            <a:ext cx="1097280" cy="228600"/>
          </a:xfrm>
          <a:prstGeom prst="rect">
            <a:avLst/>
          </a:prstGeom>
          <a:noFill/>
          <a:ln/>
        </p:spPr>
        <p:txBody>
          <a:bodyPr wrap="square" lIns="0" tIns="0" rIns="0" bIns="0" rtlCol="0" anchor="ctr"/>
          <a:lstStyle/>
          <a:p>
            <a:pPr algn="r" indent="0" marL="0">
              <a:buNone/>
            </a:pPr>
            <a:r>
              <a:rPr lang="ko-KR" altLang="en-US" sz="900" dirty="0">
                <a:solidFill>
                  <a:srgbClr val="64748B"/>
                </a:solidFill>
                <a:latin typeface="Consolas" pitchFamily="34" charset="0"/>
                <a:ea typeface="Consolas" pitchFamily="34" charset="-122"/>
                <a:cs typeface="Consolas" pitchFamily="34" charset="-120"/>
              </a:rPr>
              <a:t>12 / 15</a:t>
            </a:r>
            <a:endParaRPr lang="ko-KR" sz="900" dirty="0"/>
          </a:p>
        </p:txBody>
      </p:sp>
      <p:sp>
        <p:nvSpPr>
          <p:cNvPr id="5" name="Text 3"/>
          <p:cNvSpPr/>
          <p:nvPr/>
        </p:nvSpPr>
        <p:spPr>
          <a:xfrm>
            <a:off x="548640" y="6446520"/>
            <a:ext cx="3657600" cy="228600"/>
          </a:xfrm>
          <a:prstGeom prst="rect">
            <a:avLst/>
          </a:prstGeom>
          <a:noFill/>
          <a:ln/>
        </p:spPr>
        <p:txBody>
          <a:bodyPr wrap="square" lIns="0" tIns="0" rIns="0" bIns="0" rtlCol="0" anchor="ctr"/>
          <a:lstStyle/>
          <a:p>
            <a:pPr indent="0" marL="0">
              <a:buNone/>
            </a:pPr>
            <a:r>
              <a:rPr lang="ko-KR" altLang="en-US" sz="900" dirty="0">
                <a:solidFill>
                  <a:srgbClr val="64748B"/>
                </a:solidFill>
                <a:latin typeface="Malgun Gothic" pitchFamily="34" charset="0"/>
                <a:ea typeface="Malgun Gothic" pitchFamily="34" charset="-122"/>
                <a:cs typeface="Malgun Gothic" pitchFamily="34" charset="-120"/>
              </a:rPr>
              <a:t>SafeSign PhysicalAI · 심기일전</a:t>
            </a:r>
            <a:endParaRPr lang="ko-KR" sz="900" dirty="0"/>
          </a:p>
        </p:txBody>
      </p:sp>
      <p:sp>
        <p:nvSpPr>
          <p:cNvPr id="6" name="Text 4"/>
          <p:cNvSpPr/>
          <p:nvPr/>
        </p:nvSpPr>
        <p:spPr>
          <a:xfrm>
            <a:off x="548640" y="694690"/>
            <a:ext cx="11095355" cy="659130"/>
          </a:xfrm>
          <a:prstGeom prst="rect">
            <a:avLst/>
          </a:prstGeom>
          <a:noFill/>
          <a:ln/>
        </p:spPr>
        <p:txBody>
          <a:bodyPr wrap="square" lIns="0" tIns="0" rIns="0" bIns="0" numCol="1" vert="horz" anchor="t">
            <a:noAutofit/>
          </a:bodyPr>
          <a:lstStyle/>
          <a:p>
            <a:pPr marL="0" indent="0">
              <a:buFontTx/>
              <a:buNone/>
            </a:pPr>
            <a:r>
              <a:rPr lang="ko-KR" altLang="en-US" sz="3000" b="1">
                <a:solidFill>
                  <a:srgbClr val="F1F5F9"/>
                </a:solidFill>
                <a:latin typeface="Malgun Gothic" charset="0"/>
                <a:ea typeface="Malgun Gothic" charset="0"/>
                <a:cs typeface="Malgun Gothic" charset="0"/>
              </a:rPr>
              <a:t>지연 </a:t>
            </a:r>
            <a:r>
              <a:rPr lang="ko-KR" altLang="en-US" sz="3000" b="1">
                <a:solidFill>
                  <a:srgbClr val="F1F5F9"/>
                </a:solidFill>
                <a:latin typeface="Malgun Gothic" charset="0"/>
                <a:ea typeface="Malgun Gothic" charset="0"/>
                <a:cs typeface="Malgun Gothic" charset="0"/>
              </a:rPr>
              <a:t>결</a:t>
            </a:r>
            <a:r>
              <a:rPr lang="ko-KR" altLang="en-US" sz="3000" b="1">
                <a:solidFill>
                  <a:srgbClr val="F1F5F9"/>
                </a:solidFill>
                <a:latin typeface="Malgun Gothic" charset="0"/>
                <a:ea typeface="Malgun Gothic" charset="0"/>
                <a:cs typeface="Malgun Gothic" charset="0"/>
              </a:rPr>
              <a:t>과</a:t>
            </a:r>
            <a:endParaRPr lang="ko-KR" altLang="en-US" sz="3000" b="1">
              <a:solidFill>
                <a:srgbClr val="F1F5F9"/>
              </a:solidFill>
              <a:latin typeface="Malgun Gothic" charset="0"/>
              <a:ea typeface="Malgun Gothic" charset="0"/>
              <a:cs typeface="Malgun Gothic" charset="0"/>
            </a:endParaRPr>
          </a:p>
        </p:txBody>
      </p:sp>
      <p:sp>
        <p:nvSpPr>
          <p:cNvPr id="7" name="Shape 5"/>
          <p:cNvSpPr/>
          <p:nvPr/>
        </p:nvSpPr>
        <p:spPr>
          <a:xfrm>
            <a:off x="548640" y="1645920"/>
            <a:ext cx="4343400" cy="1691640"/>
          </a:xfrm>
          <a:prstGeom prst="rect">
            <a:avLst/>
          </a:prstGeom>
          <a:solidFill>
            <a:srgbClr val="121820"/>
          </a:solidFill>
          <a:ln w="12700">
            <a:solidFill>
              <a:srgbClr val="263241"/>
            </a:solidFill>
            <a:prstDash val="solid"/>
          </a:ln>
        </p:spPr>
      </p:sp>
      <p:sp>
        <p:nvSpPr>
          <p:cNvPr id="8" name="Shape 6"/>
          <p:cNvSpPr/>
          <p:nvPr/>
        </p:nvSpPr>
        <p:spPr>
          <a:xfrm>
            <a:off x="777240" y="1901825"/>
            <a:ext cx="118745" cy="118745"/>
          </a:xfrm>
          <a:prstGeom prst="rect">
            <a:avLst/>
          </a:prstGeom>
          <a:solidFill>
            <a:srgbClr val="EA580C"/>
          </a:solidFill>
          <a:ln w="12700">
            <a:solidFill>
              <a:srgbClr val="EA580C"/>
            </a:solidFill>
            <a:prstDash val="solid"/>
          </a:ln>
        </p:spPr>
      </p:sp>
      <p:sp>
        <p:nvSpPr>
          <p:cNvPr id="9" name="Text 7"/>
          <p:cNvSpPr/>
          <p:nvPr/>
        </p:nvSpPr>
        <p:spPr>
          <a:xfrm>
            <a:off x="987425" y="1801495"/>
            <a:ext cx="3749040" cy="328930"/>
          </a:xfrm>
          <a:prstGeom prst="rect">
            <a:avLst/>
          </a:prstGeom>
          <a:noFill/>
          <a:ln/>
        </p:spPr>
        <p:txBody>
          <a:bodyPr wrap="square" lIns="0" tIns="0" rIns="0" bIns="0" rtlCol="0" anchor="ctr"/>
          <a:lstStyle/>
          <a:p>
            <a:pPr indent="0" marL="0">
              <a:buNone/>
            </a:pPr>
            <a:r>
              <a:rPr lang="ko-KR" altLang="en-US" sz="1500" b="1" dirty="0">
                <a:solidFill>
                  <a:srgbClr val="94A3B8"/>
                </a:solidFill>
                <a:latin typeface="Malgun Gothic" pitchFamily="34" charset="0"/>
                <a:ea typeface="Malgun Gothic" pitchFamily="34" charset="-122"/>
                <a:cs typeface="Malgun Gothic" pitchFamily="34" charset="-120"/>
              </a:rPr>
              <a:t>판정 지연 (95% 지점)</a:t>
            </a:r>
            <a:endParaRPr lang="ko-KR" sz="1500" dirty="0"/>
          </a:p>
        </p:txBody>
      </p:sp>
      <p:sp>
        <p:nvSpPr>
          <p:cNvPr id="10" name="Text 8"/>
          <p:cNvSpPr/>
          <p:nvPr/>
        </p:nvSpPr>
        <p:spPr>
          <a:xfrm>
            <a:off x="777240" y="2148840"/>
            <a:ext cx="3931920" cy="731520"/>
          </a:xfrm>
          <a:prstGeom prst="rect">
            <a:avLst/>
          </a:prstGeom>
          <a:noFill/>
          <a:ln/>
        </p:spPr>
        <p:txBody>
          <a:bodyPr wrap="square" lIns="0" tIns="0" rIns="0" bIns="0" rtlCol="0" anchor="ctr"/>
          <a:lstStyle/>
          <a:p>
            <a:pPr indent="0" marL="0">
              <a:buNone/>
            </a:pPr>
            <a:r>
              <a:rPr lang="ko-KR" altLang="en-US" sz="4400" b="1" dirty="0">
                <a:solidFill>
                  <a:srgbClr val="F1F5F9"/>
                </a:solidFill>
                <a:latin typeface="Malgun Gothic" pitchFamily="34" charset="0"/>
                <a:ea typeface="Malgun Gothic" pitchFamily="34" charset="-122"/>
                <a:cs typeface="Malgun Gothic" pitchFamily="34" charset="-120"/>
              </a:rPr>
              <a:t>0.046초</a:t>
            </a:r>
            <a:endParaRPr lang="ko-KR" sz="4400" dirty="0"/>
          </a:p>
        </p:txBody>
      </p:sp>
      <p:sp>
        <p:nvSpPr>
          <p:cNvPr id="11" name="Text 9"/>
          <p:cNvSpPr/>
          <p:nvPr/>
        </p:nvSpPr>
        <p:spPr>
          <a:xfrm>
            <a:off x="777240" y="2907665"/>
            <a:ext cx="4023360" cy="320040"/>
          </a:xfrm>
          <a:prstGeom prst="rect">
            <a:avLst/>
          </a:prstGeom>
          <a:noFill/>
          <a:ln/>
        </p:spPr>
        <p:txBody>
          <a:bodyPr wrap="square" lIns="0" tIns="0" rIns="0" bIns="0" rtlCol="0" anchor="ctr"/>
          <a:lstStyle/>
          <a:p>
            <a:pPr indent="0" marL="0">
              <a:buNone/>
            </a:pPr>
            <a:r>
              <a:rPr lang="ko-KR" altLang="en-US" sz="1200" dirty="0">
                <a:solidFill>
                  <a:srgbClr val="94A3B8"/>
                </a:solidFill>
                <a:latin typeface="Malgun Gothic" pitchFamily="34" charset="0"/>
                <a:ea typeface="Malgun Gothic" pitchFamily="34" charset="-122"/>
                <a:cs typeface="Malgun Gothic" pitchFamily="34" charset="-120"/>
              </a:rPr>
              <a:t>목표 1.0초 이하</a:t>
            </a:r>
            <a:endParaRPr lang="ko-KR" sz="1200" dirty="0"/>
          </a:p>
        </p:txBody>
      </p:sp>
      <p:sp>
        <p:nvSpPr>
          <p:cNvPr id="12" name="Shape 10"/>
          <p:cNvSpPr/>
          <p:nvPr/>
        </p:nvSpPr>
        <p:spPr>
          <a:xfrm>
            <a:off x="548640" y="3520440"/>
            <a:ext cx="4343400" cy="1691640"/>
          </a:xfrm>
          <a:prstGeom prst="rect">
            <a:avLst/>
          </a:prstGeom>
          <a:solidFill>
            <a:srgbClr val="121820"/>
          </a:solidFill>
          <a:ln w="12700">
            <a:solidFill>
              <a:srgbClr val="263241"/>
            </a:solidFill>
            <a:prstDash val="solid"/>
          </a:ln>
        </p:spPr>
      </p:sp>
      <p:sp>
        <p:nvSpPr>
          <p:cNvPr id="13" name="Shape 11"/>
          <p:cNvSpPr/>
          <p:nvPr/>
        </p:nvSpPr>
        <p:spPr>
          <a:xfrm>
            <a:off x="777240" y="3776345"/>
            <a:ext cx="118745" cy="118745"/>
          </a:xfrm>
          <a:prstGeom prst="rect">
            <a:avLst/>
          </a:prstGeom>
          <a:solidFill>
            <a:srgbClr val="0891B2"/>
          </a:solidFill>
          <a:ln w="12700">
            <a:solidFill>
              <a:srgbClr val="0891B2"/>
            </a:solidFill>
            <a:prstDash val="solid"/>
          </a:ln>
        </p:spPr>
      </p:sp>
      <p:sp>
        <p:nvSpPr>
          <p:cNvPr id="14" name="Text 12"/>
          <p:cNvSpPr/>
          <p:nvPr/>
        </p:nvSpPr>
        <p:spPr>
          <a:xfrm>
            <a:off x="987425" y="3676015"/>
            <a:ext cx="3749040" cy="328930"/>
          </a:xfrm>
          <a:prstGeom prst="rect">
            <a:avLst/>
          </a:prstGeom>
          <a:noFill/>
          <a:ln/>
        </p:spPr>
        <p:txBody>
          <a:bodyPr wrap="square" lIns="0" tIns="0" rIns="0" bIns="0" rtlCol="0" anchor="ctr"/>
          <a:lstStyle/>
          <a:p>
            <a:pPr indent="0" marL="0">
              <a:buNone/>
            </a:pPr>
            <a:r>
              <a:rPr lang="ko-KR" altLang="en-US" sz="1500" b="1" dirty="0">
                <a:solidFill>
                  <a:srgbClr val="94A3B8"/>
                </a:solidFill>
                <a:latin typeface="Malgun Gothic" pitchFamily="34" charset="0"/>
                <a:ea typeface="Malgun Gothic" pitchFamily="34" charset="-122"/>
                <a:cs typeface="Malgun Gothic" pitchFamily="34" charset="-120"/>
              </a:rPr>
              <a:t>물리 피드백 시작 (95% 지점)</a:t>
            </a:r>
            <a:endParaRPr lang="ko-KR" sz="1500" dirty="0"/>
          </a:p>
        </p:txBody>
      </p:sp>
      <p:sp>
        <p:nvSpPr>
          <p:cNvPr id="15" name="Text 13"/>
          <p:cNvSpPr/>
          <p:nvPr/>
        </p:nvSpPr>
        <p:spPr>
          <a:xfrm>
            <a:off x="777240" y="4023360"/>
            <a:ext cx="3931920" cy="731520"/>
          </a:xfrm>
          <a:prstGeom prst="rect">
            <a:avLst/>
          </a:prstGeom>
          <a:noFill/>
          <a:ln/>
        </p:spPr>
        <p:txBody>
          <a:bodyPr wrap="square" lIns="0" tIns="0" rIns="0" bIns="0" rtlCol="0" anchor="ctr"/>
          <a:lstStyle/>
          <a:p>
            <a:pPr indent="0" marL="0">
              <a:buNone/>
            </a:pPr>
            <a:r>
              <a:rPr lang="ko-KR" altLang="en-US" sz="4400" b="1" dirty="0">
                <a:solidFill>
                  <a:srgbClr val="F1F5F9"/>
                </a:solidFill>
                <a:latin typeface="Malgun Gothic" pitchFamily="34" charset="0"/>
                <a:ea typeface="Malgun Gothic" pitchFamily="34" charset="-122"/>
                <a:cs typeface="Malgun Gothic" pitchFamily="34" charset="-120"/>
              </a:rPr>
              <a:t>0.089초</a:t>
            </a:r>
            <a:endParaRPr lang="ko-KR" sz="4400" dirty="0"/>
          </a:p>
        </p:txBody>
      </p:sp>
      <p:sp>
        <p:nvSpPr>
          <p:cNvPr id="16" name="Text 14"/>
          <p:cNvSpPr/>
          <p:nvPr/>
        </p:nvSpPr>
        <p:spPr>
          <a:xfrm>
            <a:off x="777240" y="4782185"/>
            <a:ext cx="4023360" cy="320040"/>
          </a:xfrm>
          <a:prstGeom prst="rect">
            <a:avLst/>
          </a:prstGeom>
          <a:noFill/>
          <a:ln/>
        </p:spPr>
        <p:txBody>
          <a:bodyPr wrap="square" lIns="0" tIns="0" rIns="0" bIns="0" rtlCol="0" anchor="ctr"/>
          <a:lstStyle/>
          <a:p>
            <a:pPr indent="0" marL="0">
              <a:buNone/>
            </a:pPr>
            <a:r>
              <a:rPr lang="ko-KR" altLang="en-US" sz="1200" dirty="0">
                <a:solidFill>
                  <a:srgbClr val="94A3B8"/>
                </a:solidFill>
                <a:latin typeface="Malgun Gothic" pitchFamily="34" charset="0"/>
                <a:ea typeface="Malgun Gothic" pitchFamily="34" charset="-122"/>
                <a:cs typeface="Malgun Gothic" pitchFamily="34" charset="-120"/>
              </a:rPr>
              <a:t>목표 2.0초 이하 · picar · micro:bit가 명령 받기까지</a:t>
            </a:r>
            <a:endParaRPr lang="ko-KR" sz="1200" dirty="0"/>
          </a:p>
        </p:txBody>
      </p:sp>
      <p:graphicFrame>
        <p:nvGraphicFramePr>
          <p:cNvPr id="17" name="Chart 0"/>
          <p:cNvGraphicFramePr/>
          <p:nvPr/>
        </p:nvGraphicFramePr>
        <p:xfrm>
          <a:off x="5257800" y="1554480"/>
          <a:ext cx="6385255" cy="3749040"/>
        </p:xfrm>
        <a:graphic xmlns:a="http://schemas.openxmlformats.org/drawingml/2006/main">
          <a:graphicData uri="http://schemas.openxmlformats.org/drawingml/2006/chart">
            <c:chart xmlns:c="http://schemas.openxmlformats.org/drawingml/2006/chart" r:id="rId1"/>
          </a:graphicData>
        </a:graphic>
      </p:graphicFrame>
      <p:sp>
        <p:nvSpPr>
          <p:cNvPr id="18" name="Text 15"/>
          <p:cNvSpPr/>
          <p:nvPr/>
        </p:nvSpPr>
        <p:spPr>
          <a:xfrm>
            <a:off x="548640" y="5623560"/>
            <a:ext cx="11094720" cy="548640"/>
          </a:xfrm>
          <a:prstGeom prst="rect">
            <a:avLst/>
          </a:prstGeom>
          <a:noFill/>
          <a:ln/>
        </p:spPr>
        <p:txBody>
          <a:bodyPr wrap="square" lIns="0" tIns="0" rIns="0" bIns="0" rtlCol="0" anchor="t"/>
          <a:lstStyle/>
          <a:p>
            <a:pPr indent="0" marL="0">
              <a:buNone/>
            </a:pPr>
            <a:r>
              <a:rPr lang="ko-KR" altLang="en-US" sz="1300" dirty="0">
                <a:solidFill>
                  <a:srgbClr val="94A3B8"/>
                </a:solidFill>
                <a:latin typeface="Malgun Gothic" pitchFamily="34" charset="0"/>
                <a:ea typeface="Malgun Gothic" pitchFamily="34" charset="-122"/>
                <a:cs typeface="Malgun Gothic" pitchFamily="34" charset="-120"/>
              </a:rPr>
              <a:t>측정 2026-10-02. 슬로모션(240fps) 7회 확인: 손을 멈춘 뒤 반응 시작 0.14~0.24초, 동작 완료(picar 주행 제외) 약 1.1~1.2초</a:t>
            </a:r>
            <a:endParaRPr lang="ko-KR" sz="1300"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xmlns:p14="http://schemas.microsoft.com/office/powerpoint/2010/main">
  <p:cSld name="Slide 12">
    <p:bg>
      <p:bgPr>
        <a:solidFill>
          <a:srgbClr val="0D1217"/>
        </a:solidFill>
      </p:bgPr>
    </p:bg>
    <p:spTree>
      <p:nvGrpSpPr>
        <p:cNvPr id="1" name=""/>
        <p:cNvGrpSpPr/>
        <p:nvPr/>
      </p:nvGrpSpPr>
      <p:grpSpPr>
        <a:xfrm>
          <a:off x="0" y="0"/>
          <a:ext cx="0" cy="0"/>
          <a:chOff x="0" y="0"/>
          <a:chExt cx="0" cy="0"/>
        </a:xfrm>
      </p:grpSpPr>
      <p:sp>
        <p:nvSpPr>
          <p:cNvPr id="2" name="Shape 0"/>
          <p:cNvSpPr/>
          <p:nvPr/>
        </p:nvSpPr>
        <p:spPr>
          <a:xfrm>
            <a:off x="548640" y="457200"/>
            <a:ext cx="100330" cy="100330"/>
          </a:xfrm>
          <a:prstGeom prst="rect">
            <a:avLst/>
          </a:prstGeom>
          <a:solidFill>
            <a:srgbClr val="F97316"/>
          </a:solidFill>
          <a:ln w="12700">
            <a:solidFill>
              <a:srgbClr val="F97316"/>
            </a:solidFill>
            <a:prstDash val="solid"/>
          </a:ln>
        </p:spPr>
      </p:sp>
      <p:sp>
        <p:nvSpPr>
          <p:cNvPr id="3" name="Text 1"/>
          <p:cNvSpPr/>
          <p:nvPr/>
        </p:nvSpPr>
        <p:spPr>
          <a:xfrm>
            <a:off x="749935" y="356870"/>
            <a:ext cx="7315200" cy="292735"/>
          </a:xfrm>
          <a:prstGeom prst="rect">
            <a:avLst/>
          </a:prstGeom>
          <a:noFill/>
          <a:ln/>
        </p:spPr>
        <p:txBody>
          <a:bodyPr wrap="square" lIns="0" tIns="0" rIns="0" bIns="0" rtlCol="0" anchor="ctr"/>
          <a:lstStyle/>
          <a:p>
            <a:pPr indent="0" marL="0">
              <a:buNone/>
            </a:pPr>
            <a:r>
              <a:rPr lang="ko-KR" altLang="en-US" sz="1200" dirty="0">
                <a:solidFill>
                  <a:srgbClr val="94A3B8"/>
                </a:solidFill>
                <a:latin typeface="Malgun Gothic" pitchFamily="34" charset="0"/>
                <a:ea typeface="Malgun Gothic" pitchFamily="34" charset="-122"/>
                <a:cs typeface="Malgun Gothic" pitchFamily="34" charset="-120"/>
              </a:rPr>
              <a:t>13   한계와 다음 단계</a:t>
            </a:r>
            <a:endParaRPr lang="ko-KR" sz="1200" dirty="0"/>
          </a:p>
        </p:txBody>
      </p:sp>
      <p:sp>
        <p:nvSpPr>
          <p:cNvPr id="4" name="Text 2"/>
          <p:cNvSpPr/>
          <p:nvPr/>
        </p:nvSpPr>
        <p:spPr>
          <a:xfrm>
            <a:off x="10546080" y="6446520"/>
            <a:ext cx="1097280" cy="228600"/>
          </a:xfrm>
          <a:prstGeom prst="rect">
            <a:avLst/>
          </a:prstGeom>
          <a:noFill/>
          <a:ln/>
        </p:spPr>
        <p:txBody>
          <a:bodyPr wrap="square" lIns="0" tIns="0" rIns="0" bIns="0" rtlCol="0" anchor="ctr"/>
          <a:lstStyle/>
          <a:p>
            <a:pPr algn="r" indent="0" marL="0">
              <a:buNone/>
            </a:pPr>
            <a:r>
              <a:rPr lang="ko-KR" altLang="en-US" sz="900" dirty="0">
                <a:solidFill>
                  <a:srgbClr val="64748B"/>
                </a:solidFill>
                <a:latin typeface="Consolas" pitchFamily="34" charset="0"/>
                <a:ea typeface="Consolas" pitchFamily="34" charset="-122"/>
                <a:cs typeface="Consolas" pitchFamily="34" charset="-120"/>
              </a:rPr>
              <a:t>13 / 15</a:t>
            </a:r>
            <a:endParaRPr lang="ko-KR" sz="900" dirty="0"/>
          </a:p>
        </p:txBody>
      </p:sp>
      <p:sp>
        <p:nvSpPr>
          <p:cNvPr id="5" name="Text 3"/>
          <p:cNvSpPr/>
          <p:nvPr/>
        </p:nvSpPr>
        <p:spPr>
          <a:xfrm>
            <a:off x="548640" y="6446520"/>
            <a:ext cx="3657600" cy="228600"/>
          </a:xfrm>
          <a:prstGeom prst="rect">
            <a:avLst/>
          </a:prstGeom>
          <a:noFill/>
          <a:ln/>
        </p:spPr>
        <p:txBody>
          <a:bodyPr wrap="square" lIns="0" tIns="0" rIns="0" bIns="0" rtlCol="0" anchor="ctr"/>
          <a:lstStyle/>
          <a:p>
            <a:pPr indent="0" marL="0">
              <a:buNone/>
            </a:pPr>
            <a:r>
              <a:rPr lang="ko-KR" altLang="en-US" sz="900" dirty="0">
                <a:solidFill>
                  <a:srgbClr val="64748B"/>
                </a:solidFill>
                <a:latin typeface="Malgun Gothic" pitchFamily="34" charset="0"/>
                <a:ea typeface="Malgun Gothic" pitchFamily="34" charset="-122"/>
                <a:cs typeface="Malgun Gothic" pitchFamily="34" charset="-120"/>
              </a:rPr>
              <a:t>SafeSign PhysicalAI · 심기일전</a:t>
            </a:r>
            <a:endParaRPr lang="ko-KR" sz="900" dirty="0"/>
          </a:p>
        </p:txBody>
      </p:sp>
      <p:sp>
        <p:nvSpPr>
          <p:cNvPr id="6" name="Text 4"/>
          <p:cNvSpPr/>
          <p:nvPr/>
        </p:nvSpPr>
        <p:spPr>
          <a:xfrm>
            <a:off x="548640" y="694690"/>
            <a:ext cx="11095355" cy="659130"/>
          </a:xfrm>
          <a:prstGeom prst="rect">
            <a:avLst/>
          </a:prstGeom>
          <a:noFill/>
          <a:ln/>
        </p:spPr>
        <p:txBody>
          <a:bodyPr wrap="square" lIns="0" tIns="0" rIns="0" bIns="0" numCol="1" vert="horz" anchor="t">
            <a:noAutofit/>
          </a:bodyPr>
          <a:lstStyle/>
          <a:p>
            <a:pPr marL="0" indent="0">
              <a:buFontTx/>
              <a:buNone/>
            </a:pPr>
            <a:r>
              <a:rPr lang="ko-KR" altLang="en-US" sz="3000" b="1">
                <a:solidFill>
                  <a:srgbClr val="F1F5F9"/>
                </a:solidFill>
                <a:latin typeface="Malgun Gothic" charset="0"/>
                <a:ea typeface="Malgun Gothic" charset="0"/>
                <a:cs typeface="Malgun Gothic" charset="0"/>
              </a:rPr>
              <a:t>한계와 </a:t>
            </a:r>
            <a:r>
              <a:rPr lang="ko-KR" altLang="en-US" sz="3000" b="1">
                <a:solidFill>
                  <a:srgbClr val="F1F5F9"/>
                </a:solidFill>
                <a:latin typeface="Malgun Gothic" charset="0"/>
                <a:ea typeface="Malgun Gothic" charset="0"/>
                <a:cs typeface="Malgun Gothic" charset="0"/>
              </a:rPr>
              <a:t>개선방</a:t>
            </a:r>
            <a:r>
              <a:rPr lang="ko-KR" altLang="en-US" sz="3000" b="1">
                <a:solidFill>
                  <a:srgbClr val="F1F5F9"/>
                </a:solidFill>
                <a:latin typeface="Malgun Gothic" charset="0"/>
                <a:ea typeface="Malgun Gothic" charset="0"/>
                <a:cs typeface="Malgun Gothic" charset="0"/>
              </a:rPr>
              <a:t>안</a:t>
            </a:r>
            <a:endParaRPr lang="ko-KR" altLang="en-US" sz="3000" b="1">
              <a:solidFill>
                <a:srgbClr val="F1F5F9"/>
              </a:solidFill>
              <a:latin typeface="Malgun Gothic" charset="0"/>
              <a:ea typeface="Malgun Gothic" charset="0"/>
              <a:cs typeface="Malgun Gothic" charset="0"/>
            </a:endParaRPr>
          </a:p>
        </p:txBody>
      </p:sp>
      <p:sp>
        <p:nvSpPr>
          <p:cNvPr id="7" name="Shape 5"/>
          <p:cNvSpPr/>
          <p:nvPr/>
        </p:nvSpPr>
        <p:spPr>
          <a:xfrm>
            <a:off x="548640" y="1600200"/>
            <a:ext cx="567055" cy="567055"/>
          </a:xfrm>
          <a:prstGeom prst="ellipse">
            <a:avLst/>
          </a:prstGeom>
          <a:solidFill>
            <a:srgbClr val="18202A"/>
          </a:solidFill>
          <a:ln w="9525">
            <a:solidFill>
              <a:srgbClr val="263241"/>
            </a:solidFill>
            <a:prstDash val="solid"/>
          </a:ln>
        </p:spPr>
      </p:sp>
      <p:pic>
        <p:nvPicPr>
          <p:cNvPr id="8" name="Image 0">    </p:cNvPr>
          <p:cNvPicPr>
            <a:picLocks noChangeAspect="1"/>
          </p:cNvPicPr>
          <p:nvPr/>
        </p:nvPicPr>
        <p:blipFill>
          <a:blip r:embed="rId1"/>
          <a:stretch>
            <a:fillRect/>
          </a:stretch>
        </p:blipFill>
        <p:spPr>
          <a:xfrm>
            <a:off x="676910" y="1728470"/>
            <a:ext cx="311150" cy="311150"/>
          </a:xfrm>
          <a:prstGeom prst="rect">
            <a:avLst/>
          </a:prstGeom>
        </p:spPr>
      </p:pic>
      <p:sp>
        <p:nvSpPr>
          <p:cNvPr id="9" name="Text 6"/>
          <p:cNvSpPr/>
          <p:nvPr/>
        </p:nvSpPr>
        <p:spPr>
          <a:xfrm>
            <a:off x="1371600" y="1554480"/>
            <a:ext cx="3291840" cy="365760"/>
          </a:xfrm>
          <a:prstGeom prst="rect">
            <a:avLst/>
          </a:prstGeom>
          <a:noFill/>
          <a:ln/>
        </p:spPr>
        <p:txBody>
          <a:bodyPr wrap="square" lIns="0" tIns="0" rIns="0" bIns="0" rtlCol="0" anchor="ctr"/>
          <a:lstStyle/>
          <a:p>
            <a:pPr indent="0" marL="0">
              <a:buNone/>
            </a:pPr>
            <a:r>
              <a:rPr lang="ko-KR" altLang="en-US" sz="1800" b="1" dirty="0">
                <a:solidFill>
                  <a:srgbClr val="F1F5F9"/>
                </a:solidFill>
                <a:latin typeface="Malgun Gothic" pitchFamily="34" charset="0"/>
                <a:ea typeface="Malgun Gothic" pitchFamily="34" charset="-122"/>
                <a:cs typeface="Malgun Gothic" pitchFamily="34" charset="-120"/>
              </a:rPr>
              <a:t>기울인 손을 많이 보류</a:t>
            </a:r>
            <a:endParaRPr lang="ko-KR" sz="1800" dirty="0"/>
          </a:p>
        </p:txBody>
      </p:sp>
      <p:sp>
        <p:nvSpPr>
          <p:cNvPr id="10" name="Text 7"/>
          <p:cNvSpPr/>
          <p:nvPr/>
        </p:nvSpPr>
        <p:spPr>
          <a:xfrm>
            <a:off x="1371600" y="1965960"/>
            <a:ext cx="5852160" cy="548640"/>
          </a:xfrm>
          <a:prstGeom prst="rect">
            <a:avLst/>
          </a:prstGeom>
          <a:noFill/>
          <a:ln/>
        </p:spPr>
        <p:txBody>
          <a:bodyPr wrap="square" lIns="0" tIns="0" rIns="0" bIns="0" rtlCol="0" anchor="t"/>
          <a:lstStyle/>
          <a:p>
            <a:pPr indent="0" marL="0">
              <a:buNone/>
            </a:pPr>
            <a:r>
              <a:rPr lang="ko-KR" altLang="en-US" sz="1400" dirty="0">
                <a:solidFill>
                  <a:srgbClr val="94A3B8"/>
                </a:solidFill>
                <a:latin typeface="Malgun Gothic" pitchFamily="34" charset="0"/>
                <a:ea typeface="Malgun Gothic" pitchFamily="34" charset="-122"/>
                <a:cs typeface="Malgun Gothic" pitchFamily="34" charset="-120"/>
              </a:rPr>
              <a:t>미판정 10건 중 7건이 오른쪽으로 기울인 손</a:t>
            </a:r>
            <a:endParaRPr lang="ko-KR" sz="1400" dirty="0"/>
          </a:p>
        </p:txBody>
      </p:sp>
      <p:sp>
        <p:nvSpPr>
          <p:cNvPr id="11" name="Text 8"/>
          <p:cNvSpPr/>
          <p:nvPr/>
        </p:nvSpPr>
        <p:spPr>
          <a:xfrm>
            <a:off x="7680960" y="1627505"/>
            <a:ext cx="3962400" cy="731520"/>
          </a:xfrm>
          <a:prstGeom prst="rect">
            <a:avLst/>
          </a:prstGeom>
          <a:noFill/>
          <a:ln/>
        </p:spPr>
        <p:txBody>
          <a:bodyPr wrap="square" lIns="0" tIns="0" rIns="0" bIns="0" rtlCol="0" anchor="t"/>
          <a:lstStyle/>
          <a:p>
            <a:pPr indent="0" marL="0">
              <a:buNone/>
            </a:pPr>
            <a:r>
              <a:rPr lang="ko-KR" altLang="en-US" sz="1500" b="1" dirty="0">
                <a:solidFill>
                  <a:srgbClr val="F97316"/>
                </a:solidFill>
                <a:latin typeface="Malgun Gothic" pitchFamily="34" charset="0"/>
                <a:ea typeface="Malgun Gothic" pitchFamily="34" charset="-122"/>
                <a:cs typeface="Malgun Gothic" pitchFamily="34" charset="-120"/>
              </a:rPr>
              <a:t>다음  </a:t>
            </a:r>
            <a:pPr indent="0" marL="0">
              <a:buNone/>
            </a:pPr>
            <a:r>
              <a:rPr lang="ko-KR" altLang="en-US" sz="1500" dirty="0">
                <a:solidFill>
                  <a:srgbClr val="F1F5F9"/>
                </a:solidFill>
                <a:latin typeface="Malgun Gothic" pitchFamily="34" charset="0"/>
                <a:ea typeface="Malgun Gothic" pitchFamily="34" charset="-122"/>
                <a:cs typeface="Malgun Gothic" pitchFamily="34" charset="-120"/>
              </a:rPr>
              <a:t>새 데이터로 기울기 보정 후 다시 측정</a:t>
            </a:r>
            <a:endParaRPr lang="ko-KR" sz="1500" dirty="0"/>
          </a:p>
        </p:txBody>
      </p:sp>
      <p:sp>
        <p:nvSpPr>
          <p:cNvPr id="12" name="Shape 9"/>
          <p:cNvSpPr/>
          <p:nvPr/>
        </p:nvSpPr>
        <p:spPr>
          <a:xfrm>
            <a:off x="548640" y="2715895"/>
            <a:ext cx="567055" cy="567055"/>
          </a:xfrm>
          <a:prstGeom prst="ellipse">
            <a:avLst/>
          </a:prstGeom>
          <a:solidFill>
            <a:srgbClr val="18202A"/>
          </a:solidFill>
          <a:ln w="9525">
            <a:solidFill>
              <a:srgbClr val="263241"/>
            </a:solidFill>
            <a:prstDash val="solid"/>
          </a:ln>
        </p:spPr>
      </p:sp>
      <p:pic>
        <p:nvPicPr>
          <p:cNvPr id="13" name="Image 1">    </p:cNvPr>
          <p:cNvPicPr>
            <a:picLocks noChangeAspect="1"/>
          </p:cNvPicPr>
          <p:nvPr/>
        </p:nvPicPr>
        <p:blipFill>
          <a:blip r:embed="rId2"/>
          <a:stretch>
            <a:fillRect/>
          </a:stretch>
        </p:blipFill>
        <p:spPr>
          <a:xfrm>
            <a:off x="676910" y="2843530"/>
            <a:ext cx="311150" cy="311150"/>
          </a:xfrm>
          <a:prstGeom prst="rect">
            <a:avLst/>
          </a:prstGeom>
        </p:spPr>
      </p:pic>
      <p:sp>
        <p:nvSpPr>
          <p:cNvPr id="14" name="Text 10"/>
          <p:cNvSpPr/>
          <p:nvPr/>
        </p:nvSpPr>
        <p:spPr>
          <a:xfrm>
            <a:off x="1371600" y="2670175"/>
            <a:ext cx="3291840" cy="365760"/>
          </a:xfrm>
          <a:prstGeom prst="rect">
            <a:avLst/>
          </a:prstGeom>
          <a:noFill/>
          <a:ln/>
        </p:spPr>
        <p:txBody>
          <a:bodyPr wrap="square" lIns="0" tIns="0" rIns="0" bIns="0" rtlCol="0" anchor="ctr"/>
          <a:lstStyle/>
          <a:p>
            <a:pPr indent="0" marL="0">
              <a:buNone/>
            </a:pPr>
            <a:r>
              <a:rPr lang="ko-KR" altLang="en-US" sz="1800" b="1" dirty="0">
                <a:solidFill>
                  <a:srgbClr val="F1F5F9"/>
                </a:solidFill>
                <a:latin typeface="Malgun Gothic" pitchFamily="34" charset="0"/>
                <a:ea typeface="Malgun Gothic" pitchFamily="34" charset="-122"/>
                <a:cs typeface="Malgun Gothic" pitchFamily="34" charset="-120"/>
              </a:rPr>
              <a:t>평가자가 모두 팀원</a:t>
            </a:r>
            <a:endParaRPr lang="ko-KR" sz="1800" dirty="0"/>
          </a:p>
        </p:txBody>
      </p:sp>
      <p:sp>
        <p:nvSpPr>
          <p:cNvPr id="15" name="Text 11"/>
          <p:cNvSpPr/>
          <p:nvPr/>
        </p:nvSpPr>
        <p:spPr>
          <a:xfrm>
            <a:off x="1371600" y="3081655"/>
            <a:ext cx="5852160" cy="548640"/>
          </a:xfrm>
          <a:prstGeom prst="rect">
            <a:avLst/>
          </a:prstGeom>
          <a:noFill/>
          <a:ln/>
        </p:spPr>
        <p:txBody>
          <a:bodyPr wrap="square" lIns="0" tIns="0" rIns="0" bIns="0" rtlCol="0" anchor="t"/>
          <a:lstStyle/>
          <a:p>
            <a:pPr indent="0" marL="0">
              <a:buNone/>
            </a:pPr>
            <a:r>
              <a:rPr lang="ko-KR" altLang="en-US" sz="1400" dirty="0">
                <a:solidFill>
                  <a:srgbClr val="94A3B8"/>
                </a:solidFill>
                <a:latin typeface="Malgun Gothic" pitchFamily="34" charset="0"/>
                <a:ea typeface="Malgun Gothic" pitchFamily="34" charset="-122"/>
                <a:cs typeface="Malgun Gothic" pitchFamily="34" charset="-120"/>
              </a:rPr>
              <a:t>현장 작업자 · 처음 배우는 사람으로는 평가 안 함</a:t>
            </a:r>
            <a:endParaRPr lang="ko-KR" sz="1400" dirty="0"/>
          </a:p>
        </p:txBody>
      </p:sp>
      <p:sp>
        <p:nvSpPr>
          <p:cNvPr id="16" name="Text 12"/>
          <p:cNvSpPr/>
          <p:nvPr/>
        </p:nvSpPr>
        <p:spPr>
          <a:xfrm>
            <a:off x="7680960" y="2743200"/>
            <a:ext cx="3962400" cy="731520"/>
          </a:xfrm>
          <a:prstGeom prst="rect">
            <a:avLst/>
          </a:prstGeom>
          <a:noFill/>
          <a:ln/>
        </p:spPr>
        <p:txBody>
          <a:bodyPr wrap="square" lIns="0" tIns="0" rIns="0" bIns="0" rtlCol="0" anchor="t"/>
          <a:lstStyle/>
          <a:p>
            <a:pPr indent="0" marL="0">
              <a:buNone/>
            </a:pPr>
            <a:r>
              <a:rPr lang="ko-KR" altLang="en-US" sz="1500" b="1" dirty="0">
                <a:solidFill>
                  <a:srgbClr val="F97316"/>
                </a:solidFill>
                <a:latin typeface="Malgun Gothic" pitchFamily="34" charset="0"/>
                <a:ea typeface="Malgun Gothic" pitchFamily="34" charset="-122"/>
                <a:cs typeface="Malgun Gothic" pitchFamily="34" charset="-120"/>
              </a:rPr>
              <a:t>다음  </a:t>
            </a:r>
            <a:pPr indent="0" marL="0">
              <a:buNone/>
            </a:pPr>
            <a:r>
              <a:rPr lang="ko-KR" altLang="en-US" sz="1500" dirty="0">
                <a:solidFill>
                  <a:srgbClr val="F1F5F9"/>
                </a:solidFill>
                <a:latin typeface="Malgun Gothic" pitchFamily="34" charset="0"/>
                <a:ea typeface="Malgun Gothic" pitchFamily="34" charset="-122"/>
                <a:cs typeface="Malgun Gothic" pitchFamily="34" charset="-120"/>
              </a:rPr>
              <a:t>시연에서 체험 + 의견 3문항 수집</a:t>
            </a:r>
            <a:endParaRPr lang="ko-KR" sz="1500" dirty="0"/>
          </a:p>
        </p:txBody>
      </p:sp>
      <p:sp>
        <p:nvSpPr>
          <p:cNvPr id="17" name="Shape 13"/>
          <p:cNvSpPr/>
          <p:nvPr/>
        </p:nvSpPr>
        <p:spPr>
          <a:xfrm>
            <a:off x="548640" y="3831590"/>
            <a:ext cx="567055" cy="567055"/>
          </a:xfrm>
          <a:prstGeom prst="ellipse">
            <a:avLst/>
          </a:prstGeom>
          <a:solidFill>
            <a:srgbClr val="18202A"/>
          </a:solidFill>
          <a:ln w="9525">
            <a:solidFill>
              <a:srgbClr val="263241"/>
            </a:solidFill>
            <a:prstDash val="solid"/>
          </a:ln>
        </p:spPr>
      </p:sp>
      <p:pic>
        <p:nvPicPr>
          <p:cNvPr id="18" name="Image 2">    </p:cNvPr>
          <p:cNvPicPr>
            <a:picLocks noChangeAspect="1"/>
          </p:cNvPicPr>
          <p:nvPr/>
        </p:nvPicPr>
        <p:blipFill>
          <a:blip r:embed="rId3"/>
          <a:stretch>
            <a:fillRect/>
          </a:stretch>
        </p:blipFill>
        <p:spPr>
          <a:xfrm>
            <a:off x="676910" y="3959225"/>
            <a:ext cx="311150" cy="311150"/>
          </a:xfrm>
          <a:prstGeom prst="rect">
            <a:avLst/>
          </a:prstGeom>
        </p:spPr>
      </p:pic>
      <p:sp>
        <p:nvSpPr>
          <p:cNvPr id="19" name="Text 14"/>
          <p:cNvSpPr/>
          <p:nvPr/>
        </p:nvSpPr>
        <p:spPr>
          <a:xfrm>
            <a:off x="1371600" y="3785870"/>
            <a:ext cx="3291840" cy="365760"/>
          </a:xfrm>
          <a:prstGeom prst="rect">
            <a:avLst/>
          </a:prstGeom>
          <a:noFill/>
          <a:ln/>
        </p:spPr>
        <p:txBody>
          <a:bodyPr wrap="square" lIns="0" tIns="0" rIns="0" bIns="0" rtlCol="0" anchor="ctr"/>
          <a:lstStyle/>
          <a:p>
            <a:pPr indent="0" marL="0">
              <a:buNone/>
            </a:pPr>
            <a:r>
              <a:rPr lang="ko-KR" altLang="en-US" sz="1800" b="1" dirty="0">
                <a:solidFill>
                  <a:srgbClr val="F1F5F9"/>
                </a:solidFill>
                <a:latin typeface="Malgun Gothic" pitchFamily="34" charset="0"/>
                <a:ea typeface="Malgun Gothic" pitchFamily="34" charset="-122"/>
                <a:cs typeface="Malgun Gothic" pitchFamily="34" charset="-120"/>
              </a:rPr>
              <a:t>평가 규모</a:t>
            </a:r>
            <a:endParaRPr lang="ko-KR" sz="1800" dirty="0"/>
          </a:p>
        </p:txBody>
      </p:sp>
      <p:sp>
        <p:nvSpPr>
          <p:cNvPr id="20" name="Text 15"/>
          <p:cNvSpPr/>
          <p:nvPr/>
        </p:nvSpPr>
        <p:spPr>
          <a:xfrm>
            <a:off x="1371600" y="4197350"/>
            <a:ext cx="5852160" cy="548640"/>
          </a:xfrm>
          <a:prstGeom prst="rect">
            <a:avLst/>
          </a:prstGeom>
          <a:noFill/>
          <a:ln/>
        </p:spPr>
        <p:txBody>
          <a:bodyPr wrap="square" lIns="0" tIns="0" rIns="0" bIns="0" rtlCol="0" anchor="t"/>
          <a:lstStyle/>
          <a:p>
            <a:pPr indent="0" marL="0">
              <a:buNone/>
            </a:pPr>
            <a:r>
              <a:rPr lang="ko-KR" altLang="en-US" sz="1400" dirty="0">
                <a:solidFill>
                  <a:srgbClr val="94A3B8"/>
                </a:solidFill>
                <a:latin typeface="Malgun Gothic" pitchFamily="34" charset="0"/>
                <a:ea typeface="Malgun Gothic" pitchFamily="34" charset="-122"/>
                <a:cs typeface="Malgun Gothic" pitchFamily="34" charset="-120"/>
              </a:rPr>
              <a:t>‘잘못 판정 0건’은 210시도 기준 → 실제로는 1.8% 이하로 읽어야 함</a:t>
            </a:r>
            <a:endParaRPr lang="ko-KR" sz="1400" dirty="0"/>
          </a:p>
        </p:txBody>
      </p:sp>
      <p:sp>
        <p:nvSpPr>
          <p:cNvPr id="21" name="Text 16"/>
          <p:cNvSpPr/>
          <p:nvPr/>
        </p:nvSpPr>
        <p:spPr>
          <a:xfrm>
            <a:off x="7680960" y="3858895"/>
            <a:ext cx="3962400" cy="731520"/>
          </a:xfrm>
          <a:prstGeom prst="rect">
            <a:avLst/>
          </a:prstGeom>
          <a:noFill/>
          <a:ln/>
        </p:spPr>
        <p:txBody>
          <a:bodyPr wrap="square" lIns="0" tIns="0" rIns="0" bIns="0" rtlCol="0" anchor="t"/>
          <a:lstStyle/>
          <a:p>
            <a:pPr indent="0" marL="0">
              <a:buNone/>
            </a:pPr>
            <a:r>
              <a:rPr lang="ko-KR" altLang="en-US" sz="1500" b="1" dirty="0">
                <a:solidFill>
                  <a:srgbClr val="F97316"/>
                </a:solidFill>
                <a:latin typeface="Malgun Gothic" pitchFamily="34" charset="0"/>
                <a:ea typeface="Malgun Gothic" pitchFamily="34" charset="-122"/>
                <a:cs typeface="Malgun Gothic" pitchFamily="34" charset="-120"/>
              </a:rPr>
              <a:t>다음  </a:t>
            </a:r>
            <a:pPr indent="0" marL="0">
              <a:buNone/>
            </a:pPr>
            <a:r>
              <a:rPr lang="ko-KR" altLang="en-US" sz="1500" dirty="0">
                <a:solidFill>
                  <a:srgbClr val="F1F5F9"/>
                </a:solidFill>
                <a:latin typeface="Malgun Gothic" pitchFamily="34" charset="0"/>
                <a:ea typeface="Malgun Gothic" pitchFamily="34" charset="-122"/>
                <a:cs typeface="Malgun Gothic" pitchFamily="34" charset="-120"/>
              </a:rPr>
              <a:t>외부인 포함 시도 수 확대</a:t>
            </a:r>
            <a:endParaRPr lang="ko-KR" sz="1500" dirty="0"/>
          </a:p>
        </p:txBody>
      </p:sp>
      <p:sp>
        <p:nvSpPr>
          <p:cNvPr id="22" name="Shape 17"/>
          <p:cNvSpPr/>
          <p:nvPr/>
        </p:nvSpPr>
        <p:spPr>
          <a:xfrm>
            <a:off x="548640" y="4946650"/>
            <a:ext cx="567055" cy="567055"/>
          </a:xfrm>
          <a:prstGeom prst="ellipse">
            <a:avLst/>
          </a:prstGeom>
          <a:solidFill>
            <a:srgbClr val="18202A"/>
          </a:solidFill>
          <a:ln w="9525">
            <a:solidFill>
              <a:srgbClr val="263241"/>
            </a:solidFill>
            <a:prstDash val="solid"/>
          </a:ln>
        </p:spPr>
      </p:sp>
      <p:pic>
        <p:nvPicPr>
          <p:cNvPr id="23" name="Image 3">    </p:cNvPr>
          <p:cNvPicPr>
            <a:picLocks noChangeAspect="1"/>
          </p:cNvPicPr>
          <p:nvPr/>
        </p:nvPicPr>
        <p:blipFill>
          <a:blip r:embed="rId4"/>
          <a:stretch>
            <a:fillRect/>
          </a:stretch>
        </p:blipFill>
        <p:spPr>
          <a:xfrm>
            <a:off x="676910" y="5074920"/>
            <a:ext cx="311150" cy="311150"/>
          </a:xfrm>
          <a:prstGeom prst="rect">
            <a:avLst/>
          </a:prstGeom>
        </p:spPr>
      </p:pic>
      <p:sp>
        <p:nvSpPr>
          <p:cNvPr id="24" name="Text 18"/>
          <p:cNvSpPr/>
          <p:nvPr/>
        </p:nvSpPr>
        <p:spPr>
          <a:xfrm>
            <a:off x="1371600" y="4900930"/>
            <a:ext cx="3291840" cy="365760"/>
          </a:xfrm>
          <a:prstGeom prst="rect">
            <a:avLst/>
          </a:prstGeom>
          <a:noFill/>
          <a:ln/>
        </p:spPr>
        <p:txBody>
          <a:bodyPr wrap="square" lIns="0" tIns="0" rIns="0" bIns="0" rtlCol="0" anchor="ctr"/>
          <a:lstStyle/>
          <a:p>
            <a:pPr indent="0" marL="0">
              <a:buNone/>
            </a:pPr>
            <a:r>
              <a:rPr lang="ko-KR" altLang="en-US" sz="1800" b="1" dirty="0">
                <a:solidFill>
                  <a:srgbClr val="F1F5F9"/>
                </a:solidFill>
                <a:latin typeface="Malgun Gothic" pitchFamily="34" charset="0"/>
                <a:ea typeface="Malgun Gothic" pitchFamily="34" charset="-122"/>
                <a:cs typeface="Malgun Gothic" pitchFamily="34" charset="-120"/>
              </a:rPr>
              <a:t>표준과의 차이</a:t>
            </a:r>
            <a:endParaRPr lang="ko-KR" sz="1800" dirty="0"/>
          </a:p>
        </p:txBody>
      </p:sp>
      <p:sp>
        <p:nvSpPr>
          <p:cNvPr id="25" name="Text 19"/>
          <p:cNvSpPr/>
          <p:nvPr/>
        </p:nvSpPr>
        <p:spPr>
          <a:xfrm>
            <a:off x="1371600" y="5312410"/>
            <a:ext cx="5852160" cy="548640"/>
          </a:xfrm>
          <a:prstGeom prst="rect">
            <a:avLst/>
          </a:prstGeom>
          <a:noFill/>
          <a:ln/>
        </p:spPr>
        <p:txBody>
          <a:bodyPr wrap="square" lIns="0" tIns="0" rIns="0" bIns="0" rtlCol="0" anchor="t"/>
          <a:lstStyle/>
          <a:p>
            <a:pPr indent="0" marL="0">
              <a:buNone/>
            </a:pPr>
            <a:r>
              <a:rPr lang="ko-KR" altLang="en-US" sz="1400" dirty="0">
                <a:solidFill>
                  <a:srgbClr val="94A3B8"/>
                </a:solidFill>
                <a:latin typeface="Malgun Gothic" pitchFamily="34" charset="0"/>
                <a:ea typeface="Malgun Gothic" pitchFamily="34" charset="-122"/>
                <a:cs typeface="Malgun Gothic" pitchFamily="34" charset="-120"/>
              </a:rPr>
              <a:t>크레인 표준은 팔 동작 → 손 모양으로 재해석한 시안</a:t>
            </a:r>
            <a:endParaRPr lang="ko-KR" sz="1400" dirty="0"/>
          </a:p>
        </p:txBody>
      </p:sp>
      <p:sp>
        <p:nvSpPr>
          <p:cNvPr id="26" name="Text 20"/>
          <p:cNvSpPr/>
          <p:nvPr/>
        </p:nvSpPr>
        <p:spPr>
          <a:xfrm>
            <a:off x="7680960" y="4974590"/>
            <a:ext cx="3962400" cy="731520"/>
          </a:xfrm>
          <a:prstGeom prst="rect">
            <a:avLst/>
          </a:prstGeom>
          <a:noFill/>
          <a:ln/>
        </p:spPr>
        <p:txBody>
          <a:bodyPr wrap="square" lIns="0" tIns="0" rIns="0" bIns="0" rtlCol="0" anchor="t"/>
          <a:lstStyle/>
          <a:p>
            <a:pPr indent="0" marL="0">
              <a:buNone/>
            </a:pPr>
            <a:r>
              <a:rPr lang="ko-KR" altLang="en-US" sz="1500" b="1" dirty="0">
                <a:solidFill>
                  <a:srgbClr val="F97316"/>
                </a:solidFill>
                <a:latin typeface="Malgun Gothic" pitchFamily="34" charset="0"/>
                <a:ea typeface="Malgun Gothic" pitchFamily="34" charset="-122"/>
                <a:cs typeface="Malgun Gothic" pitchFamily="34" charset="-120"/>
              </a:rPr>
              <a:t>다음  </a:t>
            </a:r>
            <a:pPr indent="0" marL="0">
              <a:buNone/>
            </a:pPr>
            <a:r>
              <a:rPr lang="ko-KR" altLang="en-US" sz="1500" dirty="0">
                <a:solidFill>
                  <a:srgbClr val="F1F5F9"/>
                </a:solidFill>
                <a:latin typeface="Malgun Gothic" pitchFamily="34" charset="0"/>
                <a:ea typeface="Malgun Gothic" pitchFamily="34" charset="-122"/>
                <a:cs typeface="Malgun Gothic" pitchFamily="34" charset="-120"/>
              </a:rPr>
              <a:t>현장 교육 담당자와 손 모양 검토</a:t>
            </a:r>
            <a:endParaRPr lang="ko-KR" sz="1500"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D1217"/>
        </a:solidFill>
      </p:bgPr>
    </p:bg>
    <p:spTree>
      <p:nvGrpSpPr>
        <p:cNvPr id="1" name=""/>
        <p:cNvGrpSpPr/>
        <p:nvPr/>
      </p:nvGrpSpPr>
      <p:grpSpPr>
        <a:xfrm>
          <a:off x="0" y="0"/>
          <a:ext cx="0" cy="0"/>
          <a:chOff x="0" y="0"/>
          <a:chExt cx="0" cy="0"/>
        </a:xfrm>
      </p:grpSpPr>
      <p:sp>
        <p:nvSpPr>
          <p:cNvPr id="2" name="Shape 0"/>
          <p:cNvSpPr/>
          <p:nvPr/>
        </p:nvSpPr>
        <p:spPr>
          <a:xfrm>
            <a:off x="548640" y="457200"/>
            <a:ext cx="100584" cy="100584"/>
          </a:xfrm>
          <a:prstGeom prst="rect">
            <a:avLst/>
          </a:prstGeom>
          <a:solidFill>
            <a:srgbClr val="F97316"/>
          </a:solidFill>
          <a:ln w="12700">
            <a:solidFill>
              <a:srgbClr val="F97316"/>
            </a:solidFill>
            <a:prstDash val="solid"/>
          </a:ln>
        </p:spPr>
      </p:sp>
      <p:sp>
        <p:nvSpPr>
          <p:cNvPr id="3" name="Text 1"/>
          <p:cNvSpPr/>
          <p:nvPr/>
        </p:nvSpPr>
        <p:spPr>
          <a:xfrm>
            <a:off x="749808" y="356616"/>
            <a:ext cx="7315200" cy="292608"/>
          </a:xfrm>
          <a:prstGeom prst="rect">
            <a:avLst/>
          </a:prstGeom>
          <a:noFill/>
          <a:ln/>
        </p:spPr>
        <p:txBody>
          <a:bodyPr wrap="square" lIns="0" tIns="0" rIns="0" bIns="0" rtlCol="0" anchor="ctr"/>
          <a:lstStyle/>
          <a:p>
            <a:pPr indent="0" marL="0">
              <a:buNone/>
            </a:pPr>
            <a:r>
              <a:rPr lang="ko-KR" altLang="en-US" sz="1200" dirty="0">
                <a:solidFill>
                  <a:srgbClr val="94A3B8"/>
                </a:solidFill>
                <a:latin typeface="Malgun Gothic" pitchFamily="34" charset="0"/>
                <a:ea typeface="Malgun Gothic" pitchFamily="34" charset="-122"/>
                <a:cs typeface="Malgun Gothic" pitchFamily="34" charset="-120"/>
              </a:rPr>
              <a:t>14   역할</a:t>
            </a:r>
            <a:endParaRPr lang="ko-KR" sz="1200" dirty="0"/>
          </a:p>
        </p:txBody>
      </p:sp>
      <p:sp>
        <p:nvSpPr>
          <p:cNvPr id="4" name="Text 2"/>
          <p:cNvSpPr/>
          <p:nvPr/>
        </p:nvSpPr>
        <p:spPr>
          <a:xfrm>
            <a:off x="10545775" y="6446520"/>
            <a:ext cx="1097280" cy="228600"/>
          </a:xfrm>
          <a:prstGeom prst="rect">
            <a:avLst/>
          </a:prstGeom>
          <a:noFill/>
          <a:ln/>
        </p:spPr>
        <p:txBody>
          <a:bodyPr wrap="square" lIns="0" tIns="0" rIns="0" bIns="0" rtlCol="0" anchor="ctr"/>
          <a:lstStyle/>
          <a:p>
            <a:pPr algn="r" indent="0" marL="0">
              <a:buNone/>
            </a:pPr>
            <a:r>
              <a:rPr lang="ko-KR" altLang="en-US" sz="900" dirty="0">
                <a:solidFill>
                  <a:srgbClr val="64748B"/>
                </a:solidFill>
                <a:latin typeface="Consolas" pitchFamily="34" charset="0"/>
                <a:ea typeface="Consolas" pitchFamily="34" charset="-122"/>
                <a:cs typeface="Consolas" pitchFamily="34" charset="-120"/>
              </a:rPr>
              <a:t>14 / 15</a:t>
            </a:r>
            <a:endParaRPr lang="ko-KR" sz="900" dirty="0"/>
          </a:p>
        </p:txBody>
      </p:sp>
      <p:sp>
        <p:nvSpPr>
          <p:cNvPr id="5" name="Text 3"/>
          <p:cNvSpPr/>
          <p:nvPr/>
        </p:nvSpPr>
        <p:spPr>
          <a:xfrm>
            <a:off x="548640" y="6446520"/>
            <a:ext cx="3657600" cy="228600"/>
          </a:xfrm>
          <a:prstGeom prst="rect">
            <a:avLst/>
          </a:prstGeom>
          <a:noFill/>
          <a:ln/>
        </p:spPr>
        <p:txBody>
          <a:bodyPr wrap="square" lIns="0" tIns="0" rIns="0" bIns="0" rtlCol="0" anchor="ctr"/>
          <a:lstStyle/>
          <a:p>
            <a:pPr indent="0" marL="0">
              <a:buNone/>
            </a:pPr>
            <a:r>
              <a:rPr lang="ko-KR" altLang="en-US" sz="900" dirty="0">
                <a:solidFill>
                  <a:srgbClr val="64748B"/>
                </a:solidFill>
                <a:latin typeface="Malgun Gothic" pitchFamily="34" charset="0"/>
                <a:ea typeface="Malgun Gothic" pitchFamily="34" charset="-122"/>
                <a:cs typeface="Malgun Gothic" pitchFamily="34" charset="-120"/>
              </a:rPr>
              <a:t>SafeSign PhysicalAI · 심기일전</a:t>
            </a:r>
            <a:endParaRPr lang="ko-KR" sz="900" dirty="0"/>
          </a:p>
        </p:txBody>
      </p:sp>
      <p:sp>
        <p:nvSpPr>
          <p:cNvPr id="6" name="Text 4"/>
          <p:cNvSpPr/>
          <p:nvPr/>
        </p:nvSpPr>
        <p:spPr>
          <a:xfrm>
            <a:off x="548640" y="694944"/>
            <a:ext cx="11094415" cy="658368"/>
          </a:xfrm>
          <a:prstGeom prst="rect">
            <a:avLst/>
          </a:prstGeom>
          <a:noFill/>
          <a:ln/>
        </p:spPr>
        <p:txBody>
          <a:bodyPr wrap="square" lIns="0" tIns="0" rIns="0" bIns="0" rtlCol="0" anchor="t"/>
          <a:lstStyle/>
          <a:p>
            <a:pPr indent="0" marL="0">
              <a:buNone/>
            </a:pPr>
            <a:r>
              <a:rPr lang="ko-KR" altLang="en-US" sz="3000" b="1" dirty="0">
                <a:solidFill>
                  <a:srgbClr val="F1F5F9"/>
                </a:solidFill>
                <a:latin typeface="Malgun Gothic" pitchFamily="34" charset="0"/>
                <a:ea typeface="Malgun Gothic" pitchFamily="34" charset="-122"/>
                <a:cs typeface="Malgun Gothic" pitchFamily="34" charset="-120"/>
              </a:rPr>
              <a:t>역할 분담</a:t>
            </a:r>
            <a:endParaRPr lang="ko-KR" sz="30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11094415" cy="914400"/>
        </p:xfrm>
        <a:graphic>
          <a:graphicData uri="http://schemas.openxmlformats.org/drawingml/2006/table">
            <a:tbl>
              <a:tblPr/>
              <a:tblGrid>
                <a:gridCol w="1828800"/>
                <a:gridCol w="6035040"/>
                <a:gridCol w="3227832"/>
              </a:tblGrid>
              <a:tr h="502920">
                <a:tc>
                  <a:txBody>
                    <a:bodyPr/>
                    <a:lstStyle/>
                    <a:p>
                      <a:pPr indent="0" marL="0">
                        <a:buNone/>
                      </a:pPr>
                      <a:r>
                        <a:rPr lang="en-US" sz="1500" b="1" dirty="0">
                          <a:solidFill>
                            <a:srgbClr val="0F172A"/>
                          </a:solidFill>
                          <a:latin typeface="Malgun Gothic" pitchFamily="34" charset="0"/>
                          <a:ea typeface="Malgun Gothic" pitchFamily="34" charset="-122"/>
                          <a:cs typeface="Malgun Gothic" pitchFamily="34" charset="-120"/>
                        </a:rPr>
                        <a:t>이름</a:t>
                      </a:r>
                      <a:endParaRPr lang="en-US" sz="1500" dirty="0">
                        <a:latin typeface="Malgun Gothic" charset="0"/>
                        <a:ea typeface="Malgun Gothic" charset="0"/>
                        <a:cs typeface="Malgun Gothic" charset="0"/>
                      </a:endParaRPr>
                    </a:p>
                  </a:txBody>
                  <a:tcPr marL="137160" marR="137160" marT="54864" marB="54864" anchor="ctr">
                    <a:lnL w="9525" cap="flat" cmpd="sng" algn="ctr">
                      <a:solidFill>
                        <a:srgbClr val="263241"/>
                      </a:solidFill>
                      <a:prstDash val="solid"/>
                      <a:round/>
                      <a:headEnd type="none" w="med" len="med"/>
                      <a:tailEnd type="none" w="med" len="med"/>
                    </a:lnL>
                    <a:lnR w="9525" cap="flat" cmpd="sng" algn="ctr">
                      <a:solidFill>
                        <a:srgbClr val="263241"/>
                      </a:solidFill>
                      <a:prstDash val="solid"/>
                      <a:round/>
                      <a:headEnd type="none" w="med" len="med"/>
                      <a:tailEnd type="none" w="med" len="med"/>
                    </a:lnR>
                    <a:lnT w="9525" cap="flat" cmpd="sng" algn="ctr">
                      <a:solidFill>
                        <a:srgbClr val="263241"/>
                      </a:solidFill>
                      <a:prstDash val="solid"/>
                      <a:round/>
                      <a:headEnd type="none" w="med" len="med"/>
                      <a:tailEnd type="none" w="med" len="med"/>
                    </a:lnT>
                    <a:lnB w="9525" cap="flat" cmpd="sng" algn="ctr">
                      <a:solidFill>
                        <a:srgbClr val="263241"/>
                      </a:solidFill>
                      <a:prstDash val="solid"/>
                      <a:round/>
                      <a:headEnd type="none" w="med" len="med"/>
                      <a:tailEnd type="none" w="med" len="med"/>
                    </a:lnB>
                    <a:solidFill>
                      <a:srgbClr val="F97316"/>
                    </a:solidFill>
                  </a:tcPr>
                </a:tc>
                <a:tc>
                  <a:txBody>
                    <a:bodyPr/>
                    <a:lstStyle/>
                    <a:p>
                      <a:pPr indent="0" marL="0">
                        <a:buNone/>
                      </a:pPr>
                      <a:r>
                        <a:rPr lang="en-US" sz="1500" b="1" dirty="0">
                          <a:solidFill>
                            <a:srgbClr val="0F172A"/>
                          </a:solidFill>
                          <a:latin typeface="Malgun Gothic" pitchFamily="34" charset="0"/>
                          <a:ea typeface="Malgun Gothic" pitchFamily="34" charset="-122"/>
                          <a:cs typeface="Malgun Gothic" pitchFamily="34" charset="-120"/>
                        </a:rPr>
                        <a:t>맡은 일</a:t>
                      </a:r>
                      <a:endParaRPr lang="en-US" sz="1500" dirty="0">
                        <a:latin typeface="Malgun Gothic" charset="0"/>
                        <a:ea typeface="Malgun Gothic" charset="0"/>
                        <a:cs typeface="Malgun Gothic" charset="0"/>
                      </a:endParaRPr>
                    </a:p>
                  </a:txBody>
                  <a:tcPr marL="137160" marR="137160" marT="54864" marB="54864" anchor="ctr">
                    <a:lnL w="9525" cap="flat" cmpd="sng" algn="ctr">
                      <a:solidFill>
                        <a:srgbClr val="263241"/>
                      </a:solidFill>
                      <a:prstDash val="solid"/>
                      <a:round/>
                      <a:headEnd type="none" w="med" len="med"/>
                      <a:tailEnd type="none" w="med" len="med"/>
                    </a:lnL>
                    <a:lnR w="9525" cap="flat" cmpd="sng" algn="ctr">
                      <a:solidFill>
                        <a:srgbClr val="263241"/>
                      </a:solidFill>
                      <a:prstDash val="solid"/>
                      <a:round/>
                      <a:headEnd type="none" w="med" len="med"/>
                      <a:tailEnd type="none" w="med" len="med"/>
                    </a:lnR>
                    <a:lnT w="9525" cap="flat" cmpd="sng" algn="ctr">
                      <a:solidFill>
                        <a:srgbClr val="263241"/>
                      </a:solidFill>
                      <a:prstDash val="solid"/>
                      <a:round/>
                      <a:headEnd type="none" w="med" len="med"/>
                      <a:tailEnd type="none" w="med" len="med"/>
                    </a:lnT>
                    <a:lnB w="9525" cap="flat" cmpd="sng" algn="ctr">
                      <a:solidFill>
                        <a:srgbClr val="263241"/>
                      </a:solidFill>
                      <a:prstDash val="solid"/>
                      <a:round/>
                      <a:headEnd type="none" w="med" len="med"/>
                      <a:tailEnd type="none" w="med" len="med"/>
                    </a:lnB>
                    <a:solidFill>
                      <a:srgbClr val="F97316"/>
                    </a:solidFill>
                  </a:tcPr>
                </a:tc>
                <a:tc>
                  <a:txBody>
                    <a:bodyPr/>
                    <a:lstStyle/>
                    <a:p>
                      <a:pPr indent="0" marL="0">
                        <a:buNone/>
                      </a:pPr>
                      <a:r>
                        <a:rPr lang="en-US" sz="1500" b="1" dirty="0">
                          <a:solidFill>
                            <a:srgbClr val="0F172A"/>
                          </a:solidFill>
                          <a:latin typeface="Malgun Gothic" pitchFamily="34" charset="0"/>
                          <a:ea typeface="Malgun Gothic" pitchFamily="34" charset="-122"/>
                          <a:cs typeface="Malgun Gothic" pitchFamily="34" charset="-120"/>
                        </a:rPr>
                        <a:t>대표 결과물</a:t>
                      </a:r>
                      <a:endParaRPr lang="en-US" sz="1500" dirty="0">
                        <a:latin typeface="Malgun Gothic" charset="0"/>
                        <a:ea typeface="Malgun Gothic" charset="0"/>
                        <a:cs typeface="Malgun Gothic" charset="0"/>
                      </a:endParaRPr>
                    </a:p>
                  </a:txBody>
                  <a:tcPr marL="137160" marR="137160" marT="54864" marB="54864" anchor="ctr">
                    <a:lnL w="9525" cap="flat" cmpd="sng" algn="ctr">
                      <a:solidFill>
                        <a:srgbClr val="263241"/>
                      </a:solidFill>
                      <a:prstDash val="solid"/>
                      <a:round/>
                      <a:headEnd type="none" w="med" len="med"/>
                      <a:tailEnd type="none" w="med" len="med"/>
                    </a:lnL>
                    <a:lnR w="9525" cap="flat" cmpd="sng" algn="ctr">
                      <a:solidFill>
                        <a:srgbClr val="263241"/>
                      </a:solidFill>
                      <a:prstDash val="solid"/>
                      <a:round/>
                      <a:headEnd type="none" w="med" len="med"/>
                      <a:tailEnd type="none" w="med" len="med"/>
                    </a:lnR>
                    <a:lnT w="9525" cap="flat" cmpd="sng" algn="ctr">
                      <a:solidFill>
                        <a:srgbClr val="263241"/>
                      </a:solidFill>
                      <a:prstDash val="solid"/>
                      <a:round/>
                      <a:headEnd type="none" w="med" len="med"/>
                      <a:tailEnd type="none" w="med" len="med"/>
                    </a:lnT>
                    <a:lnB w="9525" cap="flat" cmpd="sng" algn="ctr">
                      <a:solidFill>
                        <a:srgbClr val="263241"/>
                      </a:solidFill>
                      <a:prstDash val="solid"/>
                      <a:round/>
                      <a:headEnd type="none" w="med" len="med"/>
                      <a:tailEnd type="none" w="med" len="med"/>
                    </a:lnB>
                    <a:solidFill>
                      <a:srgbClr val="F97316"/>
                    </a:solidFill>
                  </a:tcPr>
                </a:tc>
              </a:tr>
              <a:tr h="841248">
                <a:tc>
                  <a:txBody>
                    <a:bodyPr/>
                    <a:lstStyle/>
                    <a:p>
                      <a:pPr indent="0" marL="0">
                        <a:buNone/>
                      </a:pPr>
                      <a:r>
                        <a:rPr lang="en-US" sz="1400" b="1" dirty="0">
                          <a:solidFill>
                            <a:srgbClr val="F1F5F9"/>
                          </a:solidFill>
                          <a:latin typeface="Malgun Gothic" pitchFamily="34" charset="0"/>
                          <a:ea typeface="Malgun Gothic" pitchFamily="34" charset="-122"/>
                          <a:cs typeface="Malgun Gothic" pitchFamily="34" charset="-120"/>
                        </a:rPr>
                        <a:t>송승호 (팀장)</a:t>
                      </a:r>
                      <a:endParaRPr lang="en-US" sz="1400" dirty="0">
                        <a:latin typeface="Malgun Gothic" charset="0"/>
                        <a:ea typeface="Malgun Gothic" charset="0"/>
                        <a:cs typeface="Malgun Gothic" charset="0"/>
                      </a:endParaRPr>
                    </a:p>
                  </a:txBody>
                  <a:tcPr marL="137160" marR="137160" marT="54864" marB="54864" anchor="ctr">
                    <a:lnL w="9525" cap="flat" cmpd="sng" algn="ctr">
                      <a:solidFill>
                        <a:srgbClr val="263241"/>
                      </a:solidFill>
                      <a:prstDash val="solid"/>
                      <a:round/>
                      <a:headEnd type="none" w="med" len="med"/>
                      <a:tailEnd type="none" w="med" len="med"/>
                    </a:lnL>
                    <a:lnR w="9525" cap="flat" cmpd="sng" algn="ctr">
                      <a:solidFill>
                        <a:srgbClr val="263241"/>
                      </a:solidFill>
                      <a:prstDash val="solid"/>
                      <a:round/>
                      <a:headEnd type="none" w="med" len="med"/>
                      <a:tailEnd type="none" w="med" len="med"/>
                    </a:lnR>
                    <a:lnT w="9525" cap="flat" cmpd="sng" algn="ctr">
                      <a:solidFill>
                        <a:srgbClr val="263241"/>
                      </a:solidFill>
                      <a:prstDash val="solid"/>
                      <a:round/>
                      <a:headEnd type="none" w="med" len="med"/>
                      <a:tailEnd type="none" w="med" len="med"/>
                    </a:lnT>
                    <a:lnB w="9525" cap="flat" cmpd="sng" algn="ctr">
                      <a:solidFill>
                        <a:srgbClr val="263241"/>
                      </a:solidFill>
                      <a:prstDash val="solid"/>
                      <a:round/>
                      <a:headEnd type="none" w="med" len="med"/>
                      <a:tailEnd type="none" w="med" len="med"/>
                    </a:lnB>
                    <a:solidFill>
                      <a:srgbClr val="121820"/>
                    </a:solidFill>
                  </a:tcPr>
                </a:tc>
                <a:tc>
                  <a:txBody>
                    <a:bodyPr/>
                    <a:lstStyle/>
                    <a:p>
                      <a:pPr indent="0" marL="0">
                        <a:buNone/>
                      </a:pPr>
                      <a:r>
                        <a:rPr lang="en-US" sz="1400" dirty="0">
                          <a:solidFill>
                            <a:srgbClr val="94A3B8"/>
                          </a:solidFill>
                          <a:latin typeface="Malgun Gothic" pitchFamily="34" charset="0"/>
                          <a:ea typeface="Malgun Gothic" pitchFamily="34" charset="-122"/>
                          <a:cs typeface="Malgun Gothic" pitchFamily="34" charset="-120"/>
                        </a:rPr>
                        <a:t>AI Hand · micro:bit · picar 하드웨어와 제어, 실물 통합 시험 · 자동 테스트, KPI 측정 · 집계, 문서 관리</a:t>
                      </a:r>
                      <a:endParaRPr lang="en-US" sz="1400" dirty="0">
                        <a:latin typeface="Malgun Gothic" charset="0"/>
                        <a:ea typeface="Malgun Gothic" charset="0"/>
                        <a:cs typeface="Malgun Gothic" charset="0"/>
                      </a:endParaRPr>
                    </a:p>
                  </a:txBody>
                  <a:tcPr marL="137160" marR="137160" marT="54864" marB="54864" anchor="ctr">
                    <a:lnL w="9525" cap="flat" cmpd="sng" algn="ctr">
                      <a:solidFill>
                        <a:srgbClr val="263241"/>
                      </a:solidFill>
                      <a:prstDash val="solid"/>
                      <a:round/>
                      <a:headEnd type="none" w="med" len="med"/>
                      <a:tailEnd type="none" w="med" len="med"/>
                    </a:lnL>
                    <a:lnR w="9525" cap="flat" cmpd="sng" algn="ctr">
                      <a:solidFill>
                        <a:srgbClr val="263241"/>
                      </a:solidFill>
                      <a:prstDash val="solid"/>
                      <a:round/>
                      <a:headEnd type="none" w="med" len="med"/>
                      <a:tailEnd type="none" w="med" len="med"/>
                    </a:lnR>
                    <a:lnT w="9525" cap="flat" cmpd="sng" algn="ctr">
                      <a:solidFill>
                        <a:srgbClr val="263241"/>
                      </a:solidFill>
                      <a:prstDash val="solid"/>
                      <a:round/>
                      <a:headEnd type="none" w="med" len="med"/>
                      <a:tailEnd type="none" w="med" len="med"/>
                    </a:lnT>
                    <a:lnB w="9525" cap="flat" cmpd="sng" algn="ctr">
                      <a:solidFill>
                        <a:srgbClr val="263241"/>
                      </a:solidFill>
                      <a:prstDash val="solid"/>
                      <a:round/>
                      <a:headEnd type="none" w="med" len="med"/>
                      <a:tailEnd type="none" w="med" len="med"/>
                    </a:lnB>
                    <a:solidFill>
                      <a:srgbClr val="121820"/>
                    </a:solidFill>
                  </a:tcPr>
                </a:tc>
                <a:tc>
                  <a:txBody>
                    <a:bodyPr/>
                    <a:lstStyle/>
                    <a:p>
                      <a:pPr indent="0" marL="0">
                        <a:buNone/>
                      </a:pPr>
                      <a:r>
                        <a:rPr lang="en-US" sz="1400" dirty="0">
                          <a:solidFill>
                            <a:srgbClr val="94A3B8"/>
                          </a:solidFill>
                          <a:latin typeface="Malgun Gothic" pitchFamily="34" charset="0"/>
                          <a:ea typeface="Malgun Gothic" pitchFamily="34" charset="-122"/>
                          <a:cs typeface="Malgun Gothic" pitchFamily="34" charset="-120"/>
                        </a:rPr>
                        <a:t>하드웨어설계서, picar 검증리포트, 통합테스트 · KPI</a:t>
                      </a:r>
                      <a:endParaRPr lang="en-US" sz="1400" dirty="0">
                        <a:latin typeface="Malgun Gothic" charset="0"/>
                        <a:ea typeface="Malgun Gothic" charset="0"/>
                        <a:cs typeface="Malgun Gothic" charset="0"/>
                      </a:endParaRPr>
                    </a:p>
                  </a:txBody>
                  <a:tcPr marL="137160" marR="137160" marT="54864" marB="54864" anchor="ctr">
                    <a:lnL w="9525" cap="flat" cmpd="sng" algn="ctr">
                      <a:solidFill>
                        <a:srgbClr val="263241"/>
                      </a:solidFill>
                      <a:prstDash val="solid"/>
                      <a:round/>
                      <a:headEnd type="none" w="med" len="med"/>
                      <a:tailEnd type="none" w="med" len="med"/>
                    </a:lnL>
                    <a:lnR w="9525" cap="flat" cmpd="sng" algn="ctr">
                      <a:solidFill>
                        <a:srgbClr val="263241"/>
                      </a:solidFill>
                      <a:prstDash val="solid"/>
                      <a:round/>
                      <a:headEnd type="none" w="med" len="med"/>
                      <a:tailEnd type="none" w="med" len="med"/>
                    </a:lnR>
                    <a:lnT w="9525" cap="flat" cmpd="sng" algn="ctr">
                      <a:solidFill>
                        <a:srgbClr val="263241"/>
                      </a:solidFill>
                      <a:prstDash val="solid"/>
                      <a:round/>
                      <a:headEnd type="none" w="med" len="med"/>
                      <a:tailEnd type="none" w="med" len="med"/>
                    </a:lnT>
                    <a:lnB w="9525" cap="flat" cmpd="sng" algn="ctr">
                      <a:solidFill>
                        <a:srgbClr val="263241"/>
                      </a:solidFill>
                      <a:prstDash val="solid"/>
                      <a:round/>
                      <a:headEnd type="none" w="med" len="med"/>
                      <a:tailEnd type="none" w="med" len="med"/>
                    </a:lnB>
                    <a:solidFill>
                      <a:srgbClr val="121820"/>
                    </a:solidFill>
                  </a:tcPr>
                </a:tc>
              </a:tr>
              <a:tr h="841248">
                <a:tc>
                  <a:txBody>
                    <a:bodyPr/>
                    <a:lstStyle/>
                    <a:p>
                      <a:pPr indent="0" marL="0">
                        <a:buNone/>
                      </a:pPr>
                      <a:r>
                        <a:rPr lang="en-US" sz="1400" b="1" dirty="0">
                          <a:solidFill>
                            <a:srgbClr val="F1F5F9"/>
                          </a:solidFill>
                          <a:latin typeface="Malgun Gothic" pitchFamily="34" charset="0"/>
                          <a:ea typeface="Malgun Gothic" pitchFamily="34" charset="-122"/>
                          <a:cs typeface="Malgun Gothic" pitchFamily="34" charset="-120"/>
                        </a:rPr>
                        <a:t>이동혁</a:t>
                      </a:r>
                      <a:endParaRPr lang="en-US" sz="1400" dirty="0">
                        <a:latin typeface="Malgun Gothic" charset="0"/>
                        <a:ea typeface="Malgun Gothic" charset="0"/>
                        <a:cs typeface="Malgun Gothic" charset="0"/>
                      </a:endParaRPr>
                    </a:p>
                  </a:txBody>
                  <a:tcPr marL="137160" marR="137160" marT="54864" marB="54864" anchor="ctr">
                    <a:lnL w="9525" cap="flat" cmpd="sng" algn="ctr">
                      <a:solidFill>
                        <a:srgbClr val="263241"/>
                      </a:solidFill>
                      <a:prstDash val="solid"/>
                      <a:round/>
                      <a:headEnd type="none" w="med" len="med"/>
                      <a:tailEnd type="none" w="med" len="med"/>
                    </a:lnL>
                    <a:lnR w="9525" cap="flat" cmpd="sng" algn="ctr">
                      <a:solidFill>
                        <a:srgbClr val="263241"/>
                      </a:solidFill>
                      <a:prstDash val="solid"/>
                      <a:round/>
                      <a:headEnd type="none" w="med" len="med"/>
                      <a:tailEnd type="none" w="med" len="med"/>
                    </a:lnR>
                    <a:lnT w="9525" cap="flat" cmpd="sng" algn="ctr">
                      <a:solidFill>
                        <a:srgbClr val="263241"/>
                      </a:solidFill>
                      <a:prstDash val="solid"/>
                      <a:round/>
                      <a:headEnd type="none" w="med" len="med"/>
                      <a:tailEnd type="none" w="med" len="med"/>
                    </a:lnT>
                    <a:lnB w="9525" cap="flat" cmpd="sng" algn="ctr">
                      <a:solidFill>
                        <a:srgbClr val="263241"/>
                      </a:solidFill>
                      <a:prstDash val="solid"/>
                      <a:round/>
                      <a:headEnd type="none" w="med" len="med"/>
                      <a:tailEnd type="none" w="med" len="med"/>
                    </a:lnB>
                    <a:solidFill>
                      <a:srgbClr val="18202A"/>
                    </a:solidFill>
                  </a:tcPr>
                </a:tc>
                <a:tc>
                  <a:txBody>
                    <a:bodyPr/>
                    <a:lstStyle/>
                    <a:p>
                      <a:pPr indent="0" marL="0">
                        <a:buNone/>
                      </a:pPr>
                      <a:r>
                        <a:rPr lang="en-US" sz="1400" dirty="0">
                          <a:solidFill>
                            <a:srgbClr val="94A3B8"/>
                          </a:solidFill>
                          <a:latin typeface="Malgun Gothic" pitchFamily="34" charset="0"/>
                          <a:ea typeface="Malgun Gothic" pitchFamily="34" charset="-122"/>
                          <a:cs typeface="Malgun Gothic" pitchFamily="34" charset="-120"/>
                        </a:rPr>
                        <a:t>손 인식 · 판정(MediaPipe + SVM, 판정 기준 · 보류 규칙), 판정 타이밍 · 시행 기록, 회원 DB · 회사 사이트, 화면 디자인</a:t>
                      </a:r>
                      <a:endParaRPr lang="en-US" sz="1400" dirty="0">
                        <a:latin typeface="Malgun Gothic" charset="0"/>
                        <a:ea typeface="Malgun Gothic" charset="0"/>
                        <a:cs typeface="Malgun Gothic" charset="0"/>
                      </a:endParaRPr>
                    </a:p>
                  </a:txBody>
                  <a:tcPr marL="137160" marR="137160" marT="54864" marB="54864" anchor="ctr">
                    <a:lnL w="9525" cap="flat" cmpd="sng" algn="ctr">
                      <a:solidFill>
                        <a:srgbClr val="263241"/>
                      </a:solidFill>
                      <a:prstDash val="solid"/>
                      <a:round/>
                      <a:headEnd type="none" w="med" len="med"/>
                      <a:tailEnd type="none" w="med" len="med"/>
                    </a:lnL>
                    <a:lnR w="9525" cap="flat" cmpd="sng" algn="ctr">
                      <a:solidFill>
                        <a:srgbClr val="263241"/>
                      </a:solidFill>
                      <a:prstDash val="solid"/>
                      <a:round/>
                      <a:headEnd type="none" w="med" len="med"/>
                      <a:tailEnd type="none" w="med" len="med"/>
                    </a:lnR>
                    <a:lnT w="9525" cap="flat" cmpd="sng" algn="ctr">
                      <a:solidFill>
                        <a:srgbClr val="263241"/>
                      </a:solidFill>
                      <a:prstDash val="solid"/>
                      <a:round/>
                      <a:headEnd type="none" w="med" len="med"/>
                      <a:tailEnd type="none" w="med" len="med"/>
                    </a:lnT>
                    <a:lnB w="9525" cap="flat" cmpd="sng" algn="ctr">
                      <a:solidFill>
                        <a:srgbClr val="263241"/>
                      </a:solidFill>
                      <a:prstDash val="solid"/>
                      <a:round/>
                      <a:headEnd type="none" w="med" len="med"/>
                      <a:tailEnd type="none" w="med" len="med"/>
                    </a:lnB>
                    <a:solidFill>
                      <a:srgbClr val="18202A"/>
                    </a:solidFill>
                  </a:tcPr>
                </a:tc>
                <a:tc>
                  <a:txBody>
                    <a:bodyPr/>
                    <a:lstStyle/>
                    <a:p>
                      <a:pPr indent="0" marL="0">
                        <a:buNone/>
                      </a:pPr>
                      <a:r>
                        <a:rPr lang="en-US" sz="1400" dirty="0">
                          <a:solidFill>
                            <a:srgbClr val="94A3B8"/>
                          </a:solidFill>
                          <a:latin typeface="Malgun Gothic" pitchFamily="34" charset="0"/>
                          <a:ea typeface="Malgun Gothic" pitchFamily="34" charset="-122"/>
                          <a:cs typeface="Malgun Gothic" pitchFamily="34" charset="-120"/>
                        </a:rPr>
                        <a:t>모델카드, AI비전 진행보고서, DB설계서, 회사웹사이트</a:t>
                      </a:r>
                      <a:endParaRPr lang="en-US" sz="1400" dirty="0">
                        <a:latin typeface="Malgun Gothic" charset="0"/>
                        <a:ea typeface="Malgun Gothic" charset="0"/>
                        <a:cs typeface="Malgun Gothic" charset="0"/>
                      </a:endParaRPr>
                    </a:p>
                  </a:txBody>
                  <a:tcPr marL="137160" marR="137160" marT="54864" marB="54864" anchor="ctr">
                    <a:lnL w="9525" cap="flat" cmpd="sng" algn="ctr">
                      <a:solidFill>
                        <a:srgbClr val="263241"/>
                      </a:solidFill>
                      <a:prstDash val="solid"/>
                      <a:round/>
                      <a:headEnd type="none" w="med" len="med"/>
                      <a:tailEnd type="none" w="med" len="med"/>
                    </a:lnL>
                    <a:lnR w="9525" cap="flat" cmpd="sng" algn="ctr">
                      <a:solidFill>
                        <a:srgbClr val="263241"/>
                      </a:solidFill>
                      <a:prstDash val="solid"/>
                      <a:round/>
                      <a:headEnd type="none" w="med" len="med"/>
                      <a:tailEnd type="none" w="med" len="med"/>
                    </a:lnR>
                    <a:lnT w="9525" cap="flat" cmpd="sng" algn="ctr">
                      <a:solidFill>
                        <a:srgbClr val="263241"/>
                      </a:solidFill>
                      <a:prstDash val="solid"/>
                      <a:round/>
                      <a:headEnd type="none" w="med" len="med"/>
                      <a:tailEnd type="none" w="med" len="med"/>
                    </a:lnT>
                    <a:lnB w="9525" cap="flat" cmpd="sng" algn="ctr">
                      <a:solidFill>
                        <a:srgbClr val="263241"/>
                      </a:solidFill>
                      <a:prstDash val="solid"/>
                      <a:round/>
                      <a:headEnd type="none" w="med" len="med"/>
                      <a:tailEnd type="none" w="med" len="med"/>
                    </a:lnB>
                    <a:solidFill>
                      <a:srgbClr val="18202A"/>
                    </a:solidFill>
                  </a:tcPr>
                </a:tc>
              </a:tr>
              <a:tr h="841248">
                <a:tc>
                  <a:txBody>
                    <a:bodyPr/>
                    <a:lstStyle/>
                    <a:p>
                      <a:pPr indent="0" marL="0">
                        <a:buNone/>
                      </a:pPr>
                      <a:r>
                        <a:rPr lang="en-US" sz="1400" b="1" dirty="0">
                          <a:solidFill>
                            <a:srgbClr val="F1F5F9"/>
                          </a:solidFill>
                          <a:latin typeface="Malgun Gothic" pitchFamily="34" charset="0"/>
                          <a:ea typeface="Malgun Gothic" pitchFamily="34" charset="-122"/>
                          <a:cs typeface="Malgun Gothic" pitchFamily="34" charset="-120"/>
                        </a:rPr>
                        <a:t>조은수</a:t>
                      </a:r>
                      <a:endParaRPr lang="en-US" sz="1400" dirty="0">
                        <a:latin typeface="Malgun Gothic" charset="0"/>
                        <a:ea typeface="Malgun Gothic" charset="0"/>
                        <a:cs typeface="Malgun Gothic" charset="0"/>
                      </a:endParaRPr>
                    </a:p>
                  </a:txBody>
                  <a:tcPr marL="137160" marR="137160" marT="54864" marB="54864" anchor="ctr">
                    <a:lnL w="9525" cap="flat" cmpd="sng" algn="ctr">
                      <a:solidFill>
                        <a:srgbClr val="263241"/>
                      </a:solidFill>
                      <a:prstDash val="solid"/>
                      <a:round/>
                      <a:headEnd type="none" w="med" len="med"/>
                      <a:tailEnd type="none" w="med" len="med"/>
                    </a:lnL>
                    <a:lnR w="9525" cap="flat" cmpd="sng" algn="ctr">
                      <a:solidFill>
                        <a:srgbClr val="263241"/>
                      </a:solidFill>
                      <a:prstDash val="solid"/>
                      <a:round/>
                      <a:headEnd type="none" w="med" len="med"/>
                      <a:tailEnd type="none" w="med" len="med"/>
                    </a:lnR>
                    <a:lnT w="9525" cap="flat" cmpd="sng" algn="ctr">
                      <a:solidFill>
                        <a:srgbClr val="263241"/>
                      </a:solidFill>
                      <a:prstDash val="solid"/>
                      <a:round/>
                      <a:headEnd type="none" w="med" len="med"/>
                      <a:tailEnd type="none" w="med" len="med"/>
                    </a:lnT>
                    <a:lnB w="9525" cap="flat" cmpd="sng" algn="ctr">
                      <a:solidFill>
                        <a:srgbClr val="263241"/>
                      </a:solidFill>
                      <a:prstDash val="solid"/>
                      <a:round/>
                      <a:headEnd type="none" w="med" len="med"/>
                      <a:tailEnd type="none" w="med" len="med"/>
                    </a:lnB>
                    <a:solidFill>
                      <a:srgbClr val="121820"/>
                    </a:solidFill>
                  </a:tcPr>
                </a:tc>
                <a:tc>
                  <a:txBody>
                    <a:bodyPr/>
                    <a:lstStyle/>
                    <a:p>
                      <a:pPr indent="0" marL="0">
                        <a:buNone/>
                      </a:pPr>
                      <a:r>
                        <a:rPr lang="en-US" sz="1400" dirty="0">
                          <a:solidFill>
                            <a:srgbClr val="94A3B8"/>
                          </a:solidFill>
                          <a:latin typeface="Malgun Gothic" pitchFamily="34" charset="0"/>
                          <a:ea typeface="Malgun Gothic" pitchFamily="34" charset="-122"/>
                          <a:cs typeface="Malgun Gothic" pitchFamily="34" charset="-120"/>
                        </a:rPr>
                        <a:t>웹 교육 화면(SC-01~06) 첫 구현, 판정 타이밍 화면, KPI 집계 스크립트, 화면 캡처</a:t>
                      </a:r>
                      <a:endParaRPr lang="en-US" sz="1400" dirty="0">
                        <a:latin typeface="Malgun Gothic" charset="0"/>
                        <a:ea typeface="Malgun Gothic" charset="0"/>
                        <a:cs typeface="Malgun Gothic" charset="0"/>
                      </a:endParaRPr>
                    </a:p>
                  </a:txBody>
                  <a:tcPr marL="137160" marR="137160" marT="54864" marB="54864" anchor="ctr">
                    <a:lnL w="9525" cap="flat" cmpd="sng" algn="ctr">
                      <a:solidFill>
                        <a:srgbClr val="263241"/>
                      </a:solidFill>
                      <a:prstDash val="solid"/>
                      <a:round/>
                      <a:headEnd type="none" w="med" len="med"/>
                      <a:tailEnd type="none" w="med" len="med"/>
                    </a:lnL>
                    <a:lnR w="9525" cap="flat" cmpd="sng" algn="ctr">
                      <a:solidFill>
                        <a:srgbClr val="263241"/>
                      </a:solidFill>
                      <a:prstDash val="solid"/>
                      <a:round/>
                      <a:headEnd type="none" w="med" len="med"/>
                      <a:tailEnd type="none" w="med" len="med"/>
                    </a:lnR>
                    <a:lnT w="9525" cap="flat" cmpd="sng" algn="ctr">
                      <a:solidFill>
                        <a:srgbClr val="263241"/>
                      </a:solidFill>
                      <a:prstDash val="solid"/>
                      <a:round/>
                      <a:headEnd type="none" w="med" len="med"/>
                      <a:tailEnd type="none" w="med" len="med"/>
                    </a:lnT>
                    <a:lnB w="9525" cap="flat" cmpd="sng" algn="ctr">
                      <a:solidFill>
                        <a:srgbClr val="263241"/>
                      </a:solidFill>
                      <a:prstDash val="solid"/>
                      <a:round/>
                      <a:headEnd type="none" w="med" len="med"/>
                      <a:tailEnd type="none" w="med" len="med"/>
                    </a:lnB>
                    <a:solidFill>
                      <a:srgbClr val="121820"/>
                    </a:solidFill>
                  </a:tcPr>
                </a:tc>
                <a:tc>
                  <a:txBody>
                    <a:bodyPr/>
                    <a:lstStyle/>
                    <a:p>
                      <a:pPr indent="0" marL="0">
                        <a:buNone/>
                      </a:pPr>
                      <a:r>
                        <a:rPr lang="en-US" sz="1400" dirty="0">
                          <a:solidFill>
                            <a:srgbClr val="94A3B8"/>
                          </a:solidFill>
                          <a:latin typeface="Malgun Gothic" pitchFamily="34" charset="0"/>
                          <a:ea typeface="Malgun Gothic" pitchFamily="34" charset="-122"/>
                          <a:cs typeface="Malgun Gothic" pitchFamily="34" charset="-120"/>
                        </a:rPr>
                        <a:t>web 구현보고서, 화면 캡처</a:t>
                      </a:r>
                      <a:endParaRPr lang="en-US" sz="1400" dirty="0">
                        <a:latin typeface="Malgun Gothic" charset="0"/>
                        <a:ea typeface="Malgun Gothic" charset="0"/>
                        <a:cs typeface="Malgun Gothic" charset="0"/>
                      </a:endParaRPr>
                    </a:p>
                  </a:txBody>
                  <a:tcPr marL="137160" marR="137160" marT="54864" marB="54864" anchor="ctr">
                    <a:lnL w="9525" cap="flat" cmpd="sng" algn="ctr">
                      <a:solidFill>
                        <a:srgbClr val="263241"/>
                      </a:solidFill>
                      <a:prstDash val="solid"/>
                      <a:round/>
                      <a:headEnd type="none" w="med" len="med"/>
                      <a:tailEnd type="none" w="med" len="med"/>
                    </a:lnL>
                    <a:lnR w="9525" cap="flat" cmpd="sng" algn="ctr">
                      <a:solidFill>
                        <a:srgbClr val="263241"/>
                      </a:solidFill>
                      <a:prstDash val="solid"/>
                      <a:round/>
                      <a:headEnd type="none" w="med" len="med"/>
                      <a:tailEnd type="none" w="med" len="med"/>
                    </a:lnR>
                    <a:lnT w="9525" cap="flat" cmpd="sng" algn="ctr">
                      <a:solidFill>
                        <a:srgbClr val="263241"/>
                      </a:solidFill>
                      <a:prstDash val="solid"/>
                      <a:round/>
                      <a:headEnd type="none" w="med" len="med"/>
                      <a:tailEnd type="none" w="med" len="med"/>
                    </a:lnT>
                    <a:lnB w="9525" cap="flat" cmpd="sng" algn="ctr">
                      <a:solidFill>
                        <a:srgbClr val="263241"/>
                      </a:solidFill>
                      <a:prstDash val="solid"/>
                      <a:round/>
                      <a:headEnd type="none" w="med" len="med"/>
                      <a:tailEnd type="none" w="med" len="med"/>
                    </a:lnB>
                    <a:solidFill>
                      <a:srgbClr val="121820"/>
                    </a:solidFill>
                  </a:tcPr>
                </a:tc>
              </a:tr>
              <a:tr h="841248">
                <a:tc>
                  <a:txBody>
                    <a:bodyPr/>
                    <a:lstStyle/>
                    <a:p>
                      <a:pPr indent="0" marL="0">
                        <a:buNone/>
                      </a:pPr>
                      <a:r>
                        <a:rPr lang="en-US" sz="1400" b="1" dirty="0">
                          <a:solidFill>
                            <a:srgbClr val="F1F5F9"/>
                          </a:solidFill>
                          <a:latin typeface="Malgun Gothic" pitchFamily="34" charset="0"/>
                          <a:ea typeface="Malgun Gothic" pitchFamily="34" charset="-122"/>
                          <a:cs typeface="Malgun Gothic" pitchFamily="34" charset="-120"/>
                        </a:rPr>
                        <a:t>김지훈</a:t>
                      </a:r>
                      <a:endParaRPr lang="en-US" sz="1400" dirty="0">
                        <a:latin typeface="Malgun Gothic" charset="0"/>
                        <a:ea typeface="Malgun Gothic" charset="0"/>
                        <a:cs typeface="Malgun Gothic" charset="0"/>
                      </a:endParaRPr>
                    </a:p>
                  </a:txBody>
                  <a:tcPr marL="137160" marR="137160" marT="54864" marB="54864" anchor="ctr">
                    <a:lnL w="9525" cap="flat" cmpd="sng" algn="ctr">
                      <a:solidFill>
                        <a:srgbClr val="263241"/>
                      </a:solidFill>
                      <a:prstDash val="solid"/>
                      <a:round/>
                      <a:headEnd type="none" w="med" len="med"/>
                      <a:tailEnd type="none" w="med" len="med"/>
                    </a:lnL>
                    <a:lnR w="9525" cap="flat" cmpd="sng" algn="ctr">
                      <a:solidFill>
                        <a:srgbClr val="263241"/>
                      </a:solidFill>
                      <a:prstDash val="solid"/>
                      <a:round/>
                      <a:headEnd type="none" w="med" len="med"/>
                      <a:tailEnd type="none" w="med" len="med"/>
                    </a:lnR>
                    <a:lnT w="9525" cap="flat" cmpd="sng" algn="ctr">
                      <a:solidFill>
                        <a:srgbClr val="263241"/>
                      </a:solidFill>
                      <a:prstDash val="solid"/>
                      <a:round/>
                      <a:headEnd type="none" w="med" len="med"/>
                      <a:tailEnd type="none" w="med" len="med"/>
                    </a:lnT>
                    <a:lnB w="9525" cap="flat" cmpd="sng" algn="ctr">
                      <a:solidFill>
                        <a:srgbClr val="263241"/>
                      </a:solidFill>
                      <a:prstDash val="solid"/>
                      <a:round/>
                      <a:headEnd type="none" w="med" len="med"/>
                      <a:tailEnd type="none" w="med" len="med"/>
                    </a:lnB>
                    <a:solidFill>
                      <a:srgbClr val="18202A"/>
                    </a:solidFill>
                  </a:tcPr>
                </a:tc>
                <a:tc>
                  <a:txBody>
                    <a:bodyPr/>
                    <a:lstStyle/>
                    <a:p>
                      <a:pPr indent="0" marL="0">
                        <a:buNone/>
                      </a:pPr>
                      <a:r>
                        <a:rPr lang="en-US" sz="1400" dirty="0">
                          <a:solidFill>
                            <a:srgbClr val="94A3B8"/>
                          </a:solidFill>
                          <a:latin typeface="Malgun Gothic" pitchFamily="34" charset="0"/>
                          <a:ea typeface="Malgun Gothic" pitchFamily="34" charset="-122"/>
                          <a:cs typeface="Malgun Gothic" pitchFamily="34" charset="-120"/>
                        </a:rPr>
                        <a:t>학습 데이터 확보(공개 데이터셋 27,735건), 사용자 시나리오 · 역할분담표, 결과 저장 DB 연동, 결과보고서</a:t>
                      </a:r>
                      <a:endParaRPr lang="en-US" sz="1400" dirty="0">
                        <a:latin typeface="Malgun Gothic" charset="0"/>
                        <a:ea typeface="Malgun Gothic" charset="0"/>
                        <a:cs typeface="Malgun Gothic" charset="0"/>
                      </a:endParaRPr>
                    </a:p>
                  </a:txBody>
                  <a:tcPr marL="137160" marR="137160" marT="54864" marB="54864" anchor="ctr">
                    <a:lnL w="9525" cap="flat" cmpd="sng" algn="ctr">
                      <a:solidFill>
                        <a:srgbClr val="263241"/>
                      </a:solidFill>
                      <a:prstDash val="solid"/>
                      <a:round/>
                      <a:headEnd type="none" w="med" len="med"/>
                      <a:tailEnd type="none" w="med" len="med"/>
                    </a:lnL>
                    <a:lnR w="9525" cap="flat" cmpd="sng" algn="ctr">
                      <a:solidFill>
                        <a:srgbClr val="263241"/>
                      </a:solidFill>
                      <a:prstDash val="solid"/>
                      <a:round/>
                      <a:headEnd type="none" w="med" len="med"/>
                      <a:tailEnd type="none" w="med" len="med"/>
                    </a:lnR>
                    <a:lnT w="9525" cap="flat" cmpd="sng" algn="ctr">
                      <a:solidFill>
                        <a:srgbClr val="263241"/>
                      </a:solidFill>
                      <a:prstDash val="solid"/>
                      <a:round/>
                      <a:headEnd type="none" w="med" len="med"/>
                      <a:tailEnd type="none" w="med" len="med"/>
                    </a:lnT>
                    <a:lnB w="9525" cap="flat" cmpd="sng" algn="ctr">
                      <a:solidFill>
                        <a:srgbClr val="263241"/>
                      </a:solidFill>
                      <a:prstDash val="solid"/>
                      <a:round/>
                      <a:headEnd type="none" w="med" len="med"/>
                      <a:tailEnd type="none" w="med" len="med"/>
                    </a:lnB>
                    <a:solidFill>
                      <a:srgbClr val="18202A"/>
                    </a:solidFill>
                  </a:tcPr>
                </a:tc>
                <a:tc>
                  <a:txBody>
                    <a:bodyPr/>
                    <a:lstStyle/>
                    <a:p>
                      <a:pPr indent="0" marL="0">
                        <a:buNone/>
                      </a:pPr>
                      <a:r>
                        <a:rPr lang="en-US" sz="1400" dirty="0">
                          <a:solidFill>
                            <a:srgbClr val="94A3B8"/>
                          </a:solidFill>
                          <a:latin typeface="Malgun Gothic" pitchFamily="34" charset="0"/>
                          <a:ea typeface="Malgun Gothic" pitchFamily="34" charset="-122"/>
                          <a:cs typeface="Malgun Gothic" pitchFamily="34" charset="-120"/>
                        </a:rPr>
                        <a:t>데이터셋, 사용자 시나리오, 결과보고서</a:t>
                      </a:r>
                      <a:endParaRPr lang="en-US" sz="1400" dirty="0">
                        <a:latin typeface="Malgun Gothic" charset="0"/>
                        <a:ea typeface="Malgun Gothic" charset="0"/>
                        <a:cs typeface="Malgun Gothic" charset="0"/>
                      </a:endParaRPr>
                    </a:p>
                  </a:txBody>
                  <a:tcPr marL="137160" marR="137160" marT="54864" marB="54864" anchor="ctr">
                    <a:lnL w="9525" cap="flat" cmpd="sng" algn="ctr">
                      <a:solidFill>
                        <a:srgbClr val="263241"/>
                      </a:solidFill>
                      <a:prstDash val="solid"/>
                      <a:round/>
                      <a:headEnd type="none" w="med" len="med"/>
                      <a:tailEnd type="none" w="med" len="med"/>
                    </a:lnL>
                    <a:lnR w="9525" cap="flat" cmpd="sng" algn="ctr">
                      <a:solidFill>
                        <a:srgbClr val="263241"/>
                      </a:solidFill>
                      <a:prstDash val="solid"/>
                      <a:round/>
                      <a:headEnd type="none" w="med" len="med"/>
                      <a:tailEnd type="none" w="med" len="med"/>
                    </a:lnR>
                    <a:lnT w="9525" cap="flat" cmpd="sng" algn="ctr">
                      <a:solidFill>
                        <a:srgbClr val="263241"/>
                      </a:solidFill>
                      <a:prstDash val="solid"/>
                      <a:round/>
                      <a:headEnd type="none" w="med" len="med"/>
                      <a:tailEnd type="none" w="med" len="med"/>
                    </a:lnT>
                    <a:lnB w="9525" cap="flat" cmpd="sng" algn="ctr">
                      <a:solidFill>
                        <a:srgbClr val="263241"/>
                      </a:solidFill>
                      <a:prstDash val="solid"/>
                      <a:round/>
                      <a:headEnd type="none" w="med" len="med"/>
                      <a:tailEnd type="none" w="med" len="med"/>
                    </a:lnB>
                    <a:solidFill>
                      <a:srgbClr val="18202A"/>
                    </a:solidFill>
                  </a:tcPr>
                </a:tc>
              </a:tr>
            </a:tbl>
          </a:graphicData>
        </a:graphic>
      </p:graphicFrame>
      <p:sp>
        <p:nvSpPr>
          <p:cNvPr id="8" name="Text 5"/>
          <p:cNvSpPr/>
          <p:nvPr/>
        </p:nvSpPr>
        <p:spPr>
          <a:xfrm>
            <a:off x="548640" y="5989320"/>
            <a:ext cx="11094415" cy="274320"/>
          </a:xfrm>
          <a:prstGeom prst="rect">
            <a:avLst/>
          </a:prstGeom>
          <a:noFill/>
          <a:ln/>
        </p:spPr>
        <p:txBody>
          <a:bodyPr wrap="square" lIns="0" tIns="0" rIns="0" bIns="0" rtlCol="0" anchor="ctr"/>
          <a:lstStyle/>
          <a:p>
            <a:pPr indent="0" marL="0">
              <a:buNone/>
            </a:pPr>
            <a:r>
              <a:rPr lang="ko-KR" altLang="en-US" sz="1300" dirty="0">
                <a:solidFill>
                  <a:srgbClr val="94A3B8"/>
                </a:solidFill>
                <a:latin typeface="Malgun Gothic" pitchFamily="34" charset="0"/>
                <a:ea typeface="Malgun Gothic" pitchFamily="34" charset="-122"/>
                <a:cs typeface="Malgun Gothic" pitchFamily="34" charset="-120"/>
              </a:rPr>
              <a:t>보고 · 최종 제출은 네 명 모두 담당</a:t>
            </a:r>
            <a:endParaRPr lang="ko-KR"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xmlns:p14="http://schemas.microsoft.com/office/powerpoint/2010/main">
  <p:cSld name="Slide 14">
    <p:bg>
      <p:bgPr>
        <a:solidFill>
          <a:srgbClr val="0D1217"/>
        </a:solidFill>
      </p:bgPr>
    </p:bg>
    <p:spTree>
      <p:nvGrpSpPr>
        <p:cNvPr id="1" name=""/>
        <p:cNvGrpSpPr/>
        <p:nvPr/>
      </p:nvGrpSpPr>
      <p:grpSpPr>
        <a:xfrm>
          <a:off x="0" y="0"/>
          <a:ext cx="0" cy="0"/>
          <a:chOff x="0" y="0"/>
          <a:chExt cx="0" cy="0"/>
        </a:xfrm>
      </p:grpSpPr>
      <p:sp>
        <p:nvSpPr>
          <p:cNvPr id="2" name="Shape 0"/>
          <p:cNvSpPr/>
          <p:nvPr/>
        </p:nvSpPr>
        <p:spPr>
          <a:xfrm>
            <a:off x="548640" y="457200"/>
            <a:ext cx="100330" cy="100330"/>
          </a:xfrm>
          <a:prstGeom prst="rect">
            <a:avLst/>
          </a:prstGeom>
          <a:solidFill>
            <a:srgbClr val="F97316"/>
          </a:solidFill>
          <a:ln w="12700">
            <a:solidFill>
              <a:srgbClr val="F97316"/>
            </a:solidFill>
            <a:prstDash val="solid"/>
          </a:ln>
        </p:spPr>
      </p:sp>
      <p:sp>
        <p:nvSpPr>
          <p:cNvPr id="3" name="Text 1"/>
          <p:cNvSpPr/>
          <p:nvPr/>
        </p:nvSpPr>
        <p:spPr>
          <a:xfrm>
            <a:off x="749935" y="356870"/>
            <a:ext cx="7315835" cy="293370"/>
          </a:xfrm>
          <a:prstGeom prst="rect">
            <a:avLst/>
          </a:prstGeom>
          <a:noFill/>
          <a:ln/>
        </p:spPr>
        <p:txBody>
          <a:bodyPr wrap="square" lIns="0" tIns="0" rIns="0" bIns="0" numCol="1" vert="horz" anchor="ctr">
            <a:noAutofit/>
          </a:bodyPr>
          <a:lstStyle/>
          <a:p>
            <a:pPr marL="0" indent="0">
              <a:buFontTx/>
              <a:buNone/>
            </a:pPr>
            <a:r>
              <a:rPr lang="ko-KR" altLang="en-US" sz="1200">
                <a:solidFill>
                  <a:srgbClr val="94A3B8"/>
                </a:solidFill>
                <a:latin typeface="Malgun Gothic" charset="0"/>
                <a:ea typeface="Malgun Gothic" charset="0"/>
                <a:cs typeface="Malgun Gothic" charset="0"/>
              </a:rPr>
              <a:t>1</a:t>
            </a:r>
            <a:r>
              <a:rPr lang="ko-KR" altLang="en-US" sz="1200">
                <a:solidFill>
                  <a:srgbClr val="94A3B8"/>
                </a:solidFill>
                <a:latin typeface="Malgun Gothic" charset="0"/>
                <a:ea typeface="Malgun Gothic" charset="0"/>
                <a:cs typeface="Malgun Gothic" charset="0"/>
              </a:rPr>
              <a:t>5</a:t>
            </a:r>
            <a:r>
              <a:rPr lang="ko-KR" altLang="en-US" sz="1200">
                <a:solidFill>
                  <a:srgbClr val="94A3B8"/>
                </a:solidFill>
                <a:latin typeface="Malgun Gothic" charset="0"/>
                <a:ea typeface="Malgun Gothic" charset="0"/>
                <a:cs typeface="Malgun Gothic" charset="0"/>
              </a:rPr>
              <a:t>   프로젝트 일정</a:t>
            </a:r>
            <a:endParaRPr lang="ko-KR" altLang="en-US" sz="1200">
              <a:solidFill>
                <a:srgbClr val="94A3B8"/>
              </a:solidFill>
              <a:latin typeface="Malgun Gothic" charset="0"/>
              <a:ea typeface="Malgun Gothic" charset="0"/>
              <a:cs typeface="Malgun Gothic" charset="0"/>
            </a:endParaRPr>
          </a:p>
        </p:txBody>
      </p:sp>
      <p:sp>
        <p:nvSpPr>
          <p:cNvPr id="4" name="Text 2"/>
          <p:cNvSpPr/>
          <p:nvPr/>
        </p:nvSpPr>
        <p:spPr>
          <a:xfrm>
            <a:off x="10546080" y="6446520"/>
            <a:ext cx="1097280" cy="228600"/>
          </a:xfrm>
          <a:prstGeom prst="rect">
            <a:avLst/>
          </a:prstGeom>
          <a:noFill/>
          <a:ln/>
        </p:spPr>
        <p:txBody>
          <a:bodyPr wrap="square" lIns="0" tIns="0" rIns="0" bIns="0" rtlCol="0" anchor="ctr"/>
          <a:lstStyle/>
          <a:p>
            <a:pPr algn="r" indent="0" marL="0">
              <a:buNone/>
            </a:pPr>
            <a:r>
              <a:rPr lang="ko-KR" altLang="en-US" sz="900" dirty="0">
                <a:solidFill>
                  <a:srgbClr val="64748B"/>
                </a:solidFill>
                <a:latin typeface="Consolas" pitchFamily="34" charset="0"/>
                <a:ea typeface="Consolas" pitchFamily="34" charset="-122"/>
                <a:cs typeface="Consolas" pitchFamily="34" charset="-120"/>
              </a:rPr>
              <a:t>15 / 15</a:t>
            </a:r>
            <a:endParaRPr lang="ko-KR" sz="900" dirty="0"/>
          </a:p>
        </p:txBody>
      </p:sp>
      <p:sp>
        <p:nvSpPr>
          <p:cNvPr id="5" name="Text 3"/>
          <p:cNvSpPr/>
          <p:nvPr/>
        </p:nvSpPr>
        <p:spPr>
          <a:xfrm>
            <a:off x="548640" y="6446520"/>
            <a:ext cx="3657600" cy="228600"/>
          </a:xfrm>
          <a:prstGeom prst="rect">
            <a:avLst/>
          </a:prstGeom>
          <a:noFill/>
          <a:ln/>
        </p:spPr>
        <p:txBody>
          <a:bodyPr wrap="square" lIns="0" tIns="0" rIns="0" bIns="0" rtlCol="0" anchor="ctr"/>
          <a:lstStyle/>
          <a:p>
            <a:pPr indent="0" marL="0">
              <a:buNone/>
            </a:pPr>
            <a:r>
              <a:rPr lang="ko-KR" altLang="en-US" sz="900" dirty="0">
                <a:solidFill>
                  <a:srgbClr val="64748B"/>
                </a:solidFill>
                <a:latin typeface="Malgun Gothic" pitchFamily="34" charset="0"/>
                <a:ea typeface="Malgun Gothic" pitchFamily="34" charset="-122"/>
                <a:cs typeface="Malgun Gothic" pitchFamily="34" charset="-120"/>
              </a:rPr>
              <a:t>SafeSign PhysicalAI · 심기일전</a:t>
            </a:r>
            <a:endParaRPr lang="ko-KR" sz="900" dirty="0"/>
          </a:p>
        </p:txBody>
      </p:sp>
      <p:sp>
        <p:nvSpPr>
          <p:cNvPr id="6" name="Text 4"/>
          <p:cNvSpPr/>
          <p:nvPr/>
        </p:nvSpPr>
        <p:spPr>
          <a:xfrm>
            <a:off x="548640" y="694690"/>
            <a:ext cx="11094720" cy="658495"/>
          </a:xfrm>
          <a:prstGeom prst="rect">
            <a:avLst/>
          </a:prstGeom>
          <a:noFill/>
          <a:ln/>
        </p:spPr>
        <p:txBody>
          <a:bodyPr wrap="square" lIns="0" tIns="0" rIns="0" bIns="0" rtlCol="0" anchor="t"/>
          <a:lstStyle/>
          <a:p>
            <a:pPr indent="0" marL="0">
              <a:buNone/>
            </a:pPr>
            <a:r>
              <a:rPr lang="ko-KR" altLang="en-US" sz="3000" b="1" dirty="0">
                <a:solidFill>
                  <a:srgbClr val="F1F5F9"/>
                </a:solidFill>
                <a:latin typeface="Malgun Gothic" pitchFamily="34" charset="0"/>
                <a:ea typeface="Malgun Gothic" pitchFamily="34" charset="-122"/>
                <a:cs typeface="Malgun Gothic" pitchFamily="34" charset="-120"/>
              </a:rPr>
              <a:t>프로젝트 일정 (09.04 ~ 10.12)</a:t>
            </a:r>
            <a:endParaRPr lang="ko-KR" sz="3000" dirty="0"/>
          </a:p>
        </p:txBody>
      </p:sp>
      <p:sp>
        <p:nvSpPr>
          <p:cNvPr id="7" name="Shape 5"/>
          <p:cNvSpPr>
            <a:spLocks/>
          </p:cNvSpPr>
          <p:nvPr/>
        </p:nvSpPr>
        <p:spPr>
          <a:xfrm rot="0">
            <a:off x="2926080" y="1554480"/>
            <a:ext cx="1744345" cy="640715"/>
          </a:xfrm>
          <a:prstGeom prst="rect"/>
          <a:solidFill>
            <a:srgbClr val="18202A"/>
          </a:solidFill>
          <a:ln w="12700" cap="flat" cmpd="sng">
            <a:solidFill>
              <a:srgbClr val="263241">
                <a:alpha val="100000"/>
              </a:srgbClr>
            </a:solidFill>
            <a:prstDash val="solid"/>
          </a:ln>
        </p:spPr>
        <p:txBody>
          <a:bodyPr wrap="square" lIns="0" tIns="0" rIns="0" bIns="0" vert="horz" anchor="t">
            <a:noAutofit/>
          </a:bodyPr>
          <a:lstStyle/>
          <a:p>
            <a:pPr marL="0" indent="0"/>
            <a:endParaRPr lang="ko-KR" altLang="en-US"/>
          </a:p>
        </p:txBody>
      </p:sp>
      <p:sp>
        <p:nvSpPr>
          <p:cNvPr id="8" name="Text 6"/>
          <p:cNvSpPr>
            <a:spLocks/>
          </p:cNvSpPr>
          <p:nvPr/>
        </p:nvSpPr>
        <p:spPr>
          <a:xfrm rot="0">
            <a:off x="2926080" y="1591310"/>
            <a:ext cx="1744345" cy="567690"/>
          </a:xfrm>
          <a:prstGeom prst="rect"/>
          <a:noFill/>
          <a:ln cap="flat" cmpd="sng">
            <a:prstDash/>
          </a:ln>
        </p:spPr>
        <p:txBody>
          <a:bodyPr wrap="square" lIns="0" tIns="0" rIns="0" bIns="0" numCol="1" vert="horz" anchor="ctr">
            <a:noAutofit/>
          </a:bodyPr>
          <a:lstStyle/>
          <a:p>
            <a:pPr marL="0" indent="0" algn="ctr">
              <a:buFontTx/>
              <a:buNone/>
            </a:pPr>
            <a:r>
              <a:rPr lang="ko-KR" altLang="en-US" sz="1200" b="1">
                <a:solidFill>
                  <a:srgbClr val="F1F5F9"/>
                </a:solidFill>
                <a:latin typeface="Malgun Gothic" charset="0"/>
                <a:ea typeface="Malgun Gothic" charset="0"/>
                <a:cs typeface="Malgun Gothic" charset="0"/>
              </a:rPr>
              <a:t>W1+W2</a:t>
            </a:r>
            <a:endParaRPr lang="ko-KR" altLang="en-US" sz="1200" b="1">
              <a:solidFill>
                <a:srgbClr val="F1F5F9"/>
              </a:solidFill>
              <a:latin typeface="Malgun Gothic" charset="0"/>
              <a:ea typeface="Malgun Gothic" charset="0"/>
              <a:cs typeface="Malgun Gothic" charset="0"/>
            </a:endParaRPr>
          </a:p>
          <a:p>
            <a:pPr marL="0" indent="0" algn="ctr">
              <a:buFontTx/>
              <a:buNone/>
            </a:pPr>
            <a:r>
              <a:rPr lang="ko-KR" altLang="en-US" sz="1200" b="1">
                <a:solidFill>
                  <a:srgbClr val="F1F5F9"/>
                </a:solidFill>
                <a:latin typeface="Malgun Gothic" charset="0"/>
                <a:ea typeface="Malgun Gothic" charset="0"/>
                <a:cs typeface="Malgun Gothic" charset="0"/>
              </a:rPr>
              <a:t>09.04~09.16</a:t>
            </a:r>
            <a:endParaRPr lang="ko-KR" altLang="en-US" sz="1200" b="1">
              <a:solidFill>
                <a:srgbClr val="F1F5F9"/>
              </a:solidFill>
              <a:latin typeface="Malgun Gothic" charset="0"/>
              <a:ea typeface="Malgun Gothic" charset="0"/>
              <a:cs typeface="Malgun Gothic" charset="0"/>
            </a:endParaRPr>
          </a:p>
        </p:txBody>
      </p:sp>
      <p:sp>
        <p:nvSpPr>
          <p:cNvPr id="9" name="Shape 7"/>
          <p:cNvSpPr>
            <a:spLocks/>
          </p:cNvSpPr>
          <p:nvPr/>
        </p:nvSpPr>
        <p:spPr>
          <a:xfrm rot="0">
            <a:off x="4669790" y="1554480"/>
            <a:ext cx="1744345" cy="640715"/>
          </a:xfrm>
          <a:prstGeom prst="rect"/>
          <a:solidFill>
            <a:srgbClr val="18202A"/>
          </a:solidFill>
          <a:ln w="12700" cap="flat" cmpd="sng">
            <a:solidFill>
              <a:srgbClr val="263241">
                <a:alpha val="100000"/>
              </a:srgbClr>
            </a:solidFill>
            <a:prstDash val="solid"/>
          </a:ln>
        </p:spPr>
        <p:txBody>
          <a:bodyPr wrap="square" lIns="0" tIns="0" rIns="0" bIns="0" vert="horz" anchor="t">
            <a:noAutofit/>
          </a:bodyPr>
          <a:lstStyle/>
          <a:p>
            <a:pPr marL="0" indent="0"/>
            <a:endParaRPr lang="ko-KR" altLang="en-US"/>
          </a:p>
        </p:txBody>
      </p:sp>
      <p:sp>
        <p:nvSpPr>
          <p:cNvPr id="10" name="Text 8"/>
          <p:cNvSpPr>
            <a:spLocks/>
          </p:cNvSpPr>
          <p:nvPr/>
        </p:nvSpPr>
        <p:spPr>
          <a:xfrm rot="0">
            <a:off x="4669790" y="1591310"/>
            <a:ext cx="1744345" cy="567690"/>
          </a:xfrm>
          <a:prstGeom prst="rect"/>
          <a:noFill/>
          <a:ln cap="flat" cmpd="sng">
            <a:prstDash/>
          </a:ln>
        </p:spPr>
        <p:txBody>
          <a:bodyPr wrap="square" lIns="0" tIns="0" rIns="0" bIns="0" numCol="1" vert="horz" anchor="ctr">
            <a:noAutofit/>
          </a:bodyPr>
          <a:lstStyle/>
          <a:p>
            <a:pPr marL="0" indent="0" algn="ctr">
              <a:buFontTx/>
              <a:buNone/>
            </a:pPr>
            <a:r>
              <a:rPr lang="ko-KR" altLang="en-US" sz="1200" b="1">
                <a:solidFill>
                  <a:srgbClr val="F1F5F9"/>
                </a:solidFill>
                <a:latin typeface="Malgun Gothic" charset="0"/>
                <a:ea typeface="Malgun Gothic" charset="0"/>
                <a:cs typeface="Malgun Gothic" charset="0"/>
              </a:rPr>
              <a:t>W3 전반</a:t>
            </a:r>
            <a:endParaRPr lang="ko-KR" altLang="en-US" sz="1200" b="1">
              <a:solidFill>
                <a:srgbClr val="F1F5F9"/>
              </a:solidFill>
              <a:latin typeface="Malgun Gothic" charset="0"/>
              <a:ea typeface="Malgun Gothic" charset="0"/>
              <a:cs typeface="Malgun Gothic" charset="0"/>
            </a:endParaRPr>
          </a:p>
          <a:p>
            <a:pPr marL="0" indent="0" algn="ctr">
              <a:buFontTx/>
              <a:buNone/>
            </a:pPr>
            <a:r>
              <a:rPr lang="ko-KR" altLang="en-US" sz="1200" b="1">
                <a:solidFill>
                  <a:srgbClr val="F1F5F9"/>
                </a:solidFill>
                <a:latin typeface="Malgun Gothic" charset="0"/>
                <a:ea typeface="Malgun Gothic" charset="0"/>
                <a:cs typeface="Malgun Gothic" charset="0"/>
              </a:rPr>
              <a:t>09.16~09.20</a:t>
            </a:r>
            <a:endParaRPr lang="ko-KR" altLang="en-US" sz="1200" b="1">
              <a:solidFill>
                <a:srgbClr val="F1F5F9"/>
              </a:solidFill>
              <a:latin typeface="Malgun Gothic" charset="0"/>
              <a:ea typeface="Malgun Gothic" charset="0"/>
              <a:cs typeface="Malgun Gothic" charset="0"/>
            </a:endParaRPr>
          </a:p>
        </p:txBody>
      </p:sp>
      <p:sp>
        <p:nvSpPr>
          <p:cNvPr id="11" name="Shape 9"/>
          <p:cNvSpPr>
            <a:spLocks/>
          </p:cNvSpPr>
          <p:nvPr/>
        </p:nvSpPr>
        <p:spPr>
          <a:xfrm rot="0">
            <a:off x="6412865" y="1554480"/>
            <a:ext cx="1744345" cy="640715"/>
          </a:xfrm>
          <a:prstGeom prst="rect"/>
          <a:solidFill>
            <a:srgbClr val="18202A"/>
          </a:solidFill>
          <a:ln w="12700" cap="flat" cmpd="sng">
            <a:solidFill>
              <a:srgbClr val="263241">
                <a:alpha val="100000"/>
              </a:srgbClr>
            </a:solidFill>
            <a:prstDash val="solid"/>
          </a:ln>
        </p:spPr>
        <p:txBody>
          <a:bodyPr wrap="square" lIns="0" tIns="0" rIns="0" bIns="0" vert="horz" anchor="t">
            <a:noAutofit/>
          </a:bodyPr>
          <a:lstStyle/>
          <a:p>
            <a:pPr marL="0" indent="0"/>
            <a:endParaRPr lang="ko-KR" altLang="en-US"/>
          </a:p>
        </p:txBody>
      </p:sp>
      <p:sp>
        <p:nvSpPr>
          <p:cNvPr id="12" name="Text 10"/>
          <p:cNvSpPr>
            <a:spLocks/>
          </p:cNvSpPr>
          <p:nvPr/>
        </p:nvSpPr>
        <p:spPr>
          <a:xfrm rot="0">
            <a:off x="6412865" y="1591310"/>
            <a:ext cx="1744345" cy="567690"/>
          </a:xfrm>
          <a:prstGeom prst="rect"/>
          <a:noFill/>
          <a:ln cap="flat" cmpd="sng">
            <a:prstDash/>
          </a:ln>
        </p:spPr>
        <p:txBody>
          <a:bodyPr wrap="square" lIns="0" tIns="0" rIns="0" bIns="0" numCol="1" vert="horz" anchor="ctr">
            <a:noAutofit/>
          </a:bodyPr>
          <a:lstStyle/>
          <a:p>
            <a:pPr marL="0" indent="0" algn="ctr">
              <a:buFontTx/>
              <a:buNone/>
            </a:pPr>
            <a:r>
              <a:rPr lang="ko-KR" altLang="en-US" sz="1200" b="1">
                <a:solidFill>
                  <a:srgbClr val="F1F5F9"/>
                </a:solidFill>
                <a:latin typeface="Malgun Gothic" charset="0"/>
                <a:ea typeface="Malgun Gothic" charset="0"/>
                <a:cs typeface="Malgun Gothic" charset="0"/>
              </a:rPr>
              <a:t>W3 후반</a:t>
            </a:r>
            <a:endParaRPr lang="ko-KR" altLang="en-US" sz="1200" b="1">
              <a:solidFill>
                <a:srgbClr val="F1F5F9"/>
              </a:solidFill>
              <a:latin typeface="Malgun Gothic" charset="0"/>
              <a:ea typeface="Malgun Gothic" charset="0"/>
              <a:cs typeface="Malgun Gothic" charset="0"/>
            </a:endParaRPr>
          </a:p>
          <a:p>
            <a:pPr marL="0" indent="0" algn="ctr">
              <a:buFontTx/>
              <a:buNone/>
            </a:pPr>
            <a:r>
              <a:rPr lang="ko-KR" altLang="en-US" sz="1200" b="1">
                <a:solidFill>
                  <a:srgbClr val="F1F5F9"/>
                </a:solidFill>
                <a:latin typeface="Malgun Gothic" charset="0"/>
                <a:ea typeface="Malgun Gothic" charset="0"/>
                <a:cs typeface="Malgun Gothic" charset="0"/>
              </a:rPr>
              <a:t>09.22~09.27</a:t>
            </a:r>
            <a:endParaRPr lang="ko-KR" altLang="en-US" sz="1200" b="1">
              <a:solidFill>
                <a:srgbClr val="F1F5F9"/>
              </a:solidFill>
              <a:latin typeface="Malgun Gothic" charset="0"/>
              <a:ea typeface="Malgun Gothic" charset="0"/>
              <a:cs typeface="Malgun Gothic" charset="0"/>
            </a:endParaRPr>
          </a:p>
        </p:txBody>
      </p:sp>
      <p:sp>
        <p:nvSpPr>
          <p:cNvPr id="13" name="Shape 11"/>
          <p:cNvSpPr>
            <a:spLocks/>
          </p:cNvSpPr>
          <p:nvPr/>
        </p:nvSpPr>
        <p:spPr>
          <a:xfrm rot="0">
            <a:off x="8156575" y="1554480"/>
            <a:ext cx="1744345" cy="640715"/>
          </a:xfrm>
          <a:prstGeom prst="rect"/>
          <a:solidFill>
            <a:srgbClr val="18202A"/>
          </a:solidFill>
          <a:ln w="12700" cap="flat" cmpd="sng">
            <a:solidFill>
              <a:srgbClr val="263241">
                <a:alpha val="100000"/>
              </a:srgbClr>
            </a:solidFill>
            <a:prstDash val="solid"/>
          </a:ln>
        </p:spPr>
        <p:txBody>
          <a:bodyPr wrap="square" lIns="0" tIns="0" rIns="0" bIns="0" vert="horz" anchor="t">
            <a:noAutofit/>
          </a:bodyPr>
          <a:lstStyle/>
          <a:p>
            <a:pPr marL="0" indent="0"/>
            <a:endParaRPr lang="ko-KR" altLang="en-US"/>
          </a:p>
        </p:txBody>
      </p:sp>
      <p:sp>
        <p:nvSpPr>
          <p:cNvPr id="14" name="Text 12"/>
          <p:cNvSpPr>
            <a:spLocks/>
          </p:cNvSpPr>
          <p:nvPr/>
        </p:nvSpPr>
        <p:spPr>
          <a:xfrm rot="0">
            <a:off x="8156575" y="1591310"/>
            <a:ext cx="1744345" cy="567690"/>
          </a:xfrm>
          <a:prstGeom prst="rect"/>
          <a:noFill/>
          <a:ln cap="flat" cmpd="sng">
            <a:prstDash/>
          </a:ln>
        </p:spPr>
        <p:txBody>
          <a:bodyPr wrap="square" lIns="0" tIns="0" rIns="0" bIns="0" numCol="1" vert="horz" anchor="ctr">
            <a:noAutofit/>
          </a:bodyPr>
          <a:lstStyle/>
          <a:p>
            <a:pPr marL="0" indent="0" algn="ctr">
              <a:buFontTx/>
              <a:buNone/>
            </a:pPr>
            <a:r>
              <a:rPr lang="ko-KR" altLang="en-US" sz="1200" b="1">
                <a:solidFill>
                  <a:srgbClr val="F1F5F9"/>
                </a:solidFill>
                <a:latin typeface="Malgun Gothic" charset="0"/>
                <a:ea typeface="Malgun Gothic" charset="0"/>
                <a:cs typeface="Malgun Gothic" charset="0"/>
              </a:rPr>
              <a:t>W4</a:t>
            </a:r>
            <a:endParaRPr lang="ko-KR" altLang="en-US" sz="1200" b="1">
              <a:solidFill>
                <a:srgbClr val="F1F5F9"/>
              </a:solidFill>
              <a:latin typeface="Malgun Gothic" charset="0"/>
              <a:ea typeface="Malgun Gothic" charset="0"/>
              <a:cs typeface="Malgun Gothic" charset="0"/>
            </a:endParaRPr>
          </a:p>
          <a:p>
            <a:pPr marL="0" indent="0" algn="ctr">
              <a:buFontTx/>
              <a:buNone/>
            </a:pPr>
            <a:r>
              <a:rPr lang="ko-KR" altLang="en-US" sz="1200" b="1">
                <a:solidFill>
                  <a:srgbClr val="F1F5F9"/>
                </a:solidFill>
                <a:latin typeface="Malgun Gothic" charset="0"/>
                <a:ea typeface="Malgun Gothic" charset="0"/>
                <a:cs typeface="Malgun Gothic" charset="0"/>
              </a:rPr>
              <a:t>09.28~10.04</a:t>
            </a:r>
            <a:endParaRPr lang="ko-KR" altLang="en-US" sz="1200" b="1">
              <a:solidFill>
                <a:srgbClr val="F1F5F9"/>
              </a:solidFill>
              <a:latin typeface="Malgun Gothic" charset="0"/>
              <a:ea typeface="Malgun Gothic" charset="0"/>
              <a:cs typeface="Malgun Gothic" charset="0"/>
            </a:endParaRPr>
          </a:p>
        </p:txBody>
      </p:sp>
      <p:sp>
        <p:nvSpPr>
          <p:cNvPr id="15" name="Shape 13"/>
          <p:cNvSpPr>
            <a:spLocks/>
          </p:cNvSpPr>
          <p:nvPr/>
        </p:nvSpPr>
        <p:spPr>
          <a:xfrm rot="0">
            <a:off x="9899650" y="1554480"/>
            <a:ext cx="1744345" cy="640715"/>
          </a:xfrm>
          <a:prstGeom prst="rect"/>
          <a:solidFill>
            <a:srgbClr val="18202A"/>
          </a:solidFill>
          <a:ln w="12700" cap="flat" cmpd="sng">
            <a:solidFill>
              <a:srgbClr val="263241">
                <a:alpha val="100000"/>
              </a:srgbClr>
            </a:solidFill>
            <a:prstDash val="solid"/>
          </a:ln>
        </p:spPr>
        <p:txBody>
          <a:bodyPr wrap="square" lIns="0" tIns="0" rIns="0" bIns="0" vert="horz" anchor="t">
            <a:noAutofit/>
          </a:bodyPr>
          <a:lstStyle/>
          <a:p>
            <a:pPr marL="0" indent="0"/>
            <a:endParaRPr lang="ko-KR" altLang="en-US"/>
          </a:p>
        </p:txBody>
      </p:sp>
      <p:sp>
        <p:nvSpPr>
          <p:cNvPr id="16" name="Text 14"/>
          <p:cNvSpPr>
            <a:spLocks/>
          </p:cNvSpPr>
          <p:nvPr/>
        </p:nvSpPr>
        <p:spPr>
          <a:xfrm rot="0">
            <a:off x="9899650" y="1591310"/>
            <a:ext cx="1744345" cy="567690"/>
          </a:xfrm>
          <a:prstGeom prst="rect"/>
          <a:noFill/>
          <a:ln cap="flat" cmpd="sng">
            <a:prstDash/>
          </a:ln>
        </p:spPr>
        <p:txBody>
          <a:bodyPr wrap="square" lIns="0" tIns="0" rIns="0" bIns="0" numCol="1" vert="horz" anchor="ctr">
            <a:noAutofit/>
          </a:bodyPr>
          <a:lstStyle/>
          <a:p>
            <a:pPr marL="0" indent="0" algn="ctr">
              <a:buFontTx/>
              <a:buNone/>
            </a:pPr>
            <a:r>
              <a:rPr lang="ko-KR" altLang="en-US" sz="1200" b="1">
                <a:solidFill>
                  <a:srgbClr val="F1F5F9"/>
                </a:solidFill>
                <a:latin typeface="Malgun Gothic" charset="0"/>
                <a:ea typeface="Malgun Gothic" charset="0"/>
                <a:cs typeface="Malgun Gothic" charset="0"/>
              </a:rPr>
              <a:t>W5</a:t>
            </a:r>
            <a:endParaRPr lang="ko-KR" altLang="en-US" sz="1200" b="1">
              <a:solidFill>
                <a:srgbClr val="F1F5F9"/>
              </a:solidFill>
              <a:latin typeface="Malgun Gothic" charset="0"/>
              <a:ea typeface="Malgun Gothic" charset="0"/>
              <a:cs typeface="Malgun Gothic" charset="0"/>
            </a:endParaRPr>
          </a:p>
          <a:p>
            <a:pPr marL="0" indent="0" algn="ctr">
              <a:buFontTx/>
              <a:buNone/>
            </a:pPr>
            <a:r>
              <a:rPr lang="ko-KR" altLang="en-US" sz="1200" b="1">
                <a:solidFill>
                  <a:srgbClr val="F1F5F9"/>
                </a:solidFill>
                <a:latin typeface="Malgun Gothic" charset="0"/>
                <a:ea typeface="Malgun Gothic" charset="0"/>
                <a:cs typeface="Malgun Gothic" charset="0"/>
              </a:rPr>
              <a:t>10.05~10.12</a:t>
            </a:r>
            <a:endParaRPr lang="ko-KR" altLang="en-US" sz="1200" b="1">
              <a:solidFill>
                <a:srgbClr val="F1F5F9"/>
              </a:solidFill>
              <a:latin typeface="Malgun Gothic" charset="0"/>
              <a:ea typeface="Malgun Gothic" charset="0"/>
              <a:cs typeface="Malgun Gothic" charset="0"/>
            </a:endParaRPr>
          </a:p>
        </p:txBody>
      </p:sp>
      <p:sp>
        <p:nvSpPr>
          <p:cNvPr id="17" name="Text 15"/>
          <p:cNvSpPr>
            <a:spLocks/>
          </p:cNvSpPr>
          <p:nvPr/>
        </p:nvSpPr>
        <p:spPr>
          <a:xfrm rot="0">
            <a:off x="548640" y="2331720"/>
            <a:ext cx="2286635" cy="457835"/>
          </a:xfrm>
          <a:prstGeom prst="rect"/>
          <a:noFill/>
          <a:ln cap="flat" cmpd="sng">
            <a:prstDash/>
          </a:ln>
        </p:spPr>
        <p:txBody>
          <a:bodyPr wrap="square" lIns="0" tIns="0" rIns="0" bIns="0" numCol="1" vert="horz" anchor="ctr">
            <a:noAutofit/>
          </a:bodyPr>
          <a:lstStyle/>
          <a:p>
            <a:pPr marL="0" indent="0">
              <a:buFontTx/>
              <a:buNone/>
            </a:pPr>
            <a:r>
              <a:rPr lang="ko-KR" altLang="en-US" sz="1400" b="1">
                <a:solidFill>
                  <a:srgbClr val="F1F5F9"/>
                </a:solidFill>
                <a:latin typeface="Malgun Gothic" charset="0"/>
                <a:ea typeface="Malgun Gothic" charset="0"/>
                <a:cs typeface="Malgun Gothic" charset="0"/>
              </a:rPr>
              <a:t>문제 정의 · 설계</a:t>
            </a:r>
            <a:endParaRPr lang="ko-KR" altLang="en-US" sz="1400" b="1">
              <a:solidFill>
                <a:srgbClr val="F1F5F9"/>
              </a:solidFill>
              <a:latin typeface="Malgun Gothic" charset="0"/>
              <a:ea typeface="Malgun Gothic" charset="0"/>
              <a:cs typeface="Malgun Gothic" charset="0"/>
            </a:endParaRPr>
          </a:p>
        </p:txBody>
      </p:sp>
      <p:sp>
        <p:nvSpPr>
          <p:cNvPr id="18" name="Shape 16"/>
          <p:cNvSpPr>
            <a:spLocks/>
          </p:cNvSpPr>
          <p:nvPr/>
        </p:nvSpPr>
        <p:spPr>
          <a:xfrm rot="0">
            <a:off x="2980690" y="2377440"/>
            <a:ext cx="1634490" cy="366395"/>
          </a:xfrm>
          <a:prstGeom prst="rect"/>
          <a:solidFill>
            <a:srgbClr val="0891B2"/>
          </a:solidFill>
          <a:ln w="12700" cap="flat" cmpd="sng">
            <a:solidFill>
              <a:srgbClr val="0891B2">
                <a:alpha val="100000"/>
              </a:srgbClr>
            </a:solidFill>
            <a:prstDash val="solid"/>
          </a:ln>
        </p:spPr>
        <p:txBody>
          <a:bodyPr wrap="square" lIns="0" tIns="0" rIns="0" bIns="0" vert="horz" anchor="t">
            <a:noAutofit/>
          </a:bodyPr>
          <a:lstStyle/>
          <a:p>
            <a:pPr marL="0" indent="0"/>
            <a:endParaRPr lang="ko-KR" altLang="en-US"/>
          </a:p>
        </p:txBody>
      </p:sp>
      <p:sp>
        <p:nvSpPr>
          <p:cNvPr id="19" name="Text 17"/>
          <p:cNvSpPr>
            <a:spLocks/>
          </p:cNvSpPr>
          <p:nvPr/>
        </p:nvSpPr>
        <p:spPr>
          <a:xfrm rot="0">
            <a:off x="3035935" y="2377440"/>
            <a:ext cx="1524635" cy="366395"/>
          </a:xfrm>
          <a:prstGeom prst="rect"/>
          <a:noFill/>
          <a:ln cap="flat" cmpd="sng">
            <a:prstDash/>
          </a:ln>
        </p:spPr>
        <p:txBody>
          <a:bodyPr wrap="square" lIns="0" tIns="0" rIns="0" bIns="0" numCol="1" vert="horz" anchor="ctr">
            <a:noAutofit/>
          </a:bodyPr>
          <a:lstStyle/>
          <a:p>
            <a:pPr marL="0" indent="0" algn="ctr">
              <a:buFontTx/>
              <a:buNone/>
            </a:pPr>
            <a:r>
              <a:rPr lang="ko-KR" altLang="en-US" sz="1100" b="1">
                <a:solidFill>
                  <a:srgbClr val="FFFFFF"/>
                </a:solidFill>
                <a:latin typeface="Malgun Gothic" charset="0"/>
                <a:ea typeface="Malgun Gothic" charset="0"/>
                <a:cs typeface="Malgun Gothic" charset="0"/>
              </a:rPr>
              <a:t>목표</a:t>
            </a:r>
            <a:r>
              <a:rPr lang="ko-KR" altLang="en-US" sz="1100" b="1">
                <a:solidFill>
                  <a:srgbClr val="FFFFFF"/>
                </a:solidFill>
                <a:latin typeface="Malgun Gothic" charset="0"/>
                <a:ea typeface="Malgun Gothic" charset="0"/>
                <a:cs typeface="Malgun Gothic" charset="0"/>
              </a:rPr>
              <a:t> </a:t>
            </a:r>
            <a:r>
              <a:rPr lang="ko-KR" altLang="en-US" sz="1100" b="1">
                <a:solidFill>
                  <a:srgbClr val="FFFFFF"/>
                </a:solidFill>
                <a:latin typeface="Malgun Gothic" charset="0"/>
                <a:ea typeface="Malgun Gothic" charset="0"/>
                <a:cs typeface="Malgun Gothic" charset="0"/>
              </a:rPr>
              <a:t>·</a:t>
            </a:r>
            <a:r>
              <a:rPr lang="ko-KR" altLang="en-US" sz="1100" b="1">
                <a:solidFill>
                  <a:srgbClr val="FFFFFF"/>
                </a:solidFill>
                <a:latin typeface="Malgun Gothic" charset="0"/>
                <a:ea typeface="Malgun Gothic" charset="0"/>
                <a:cs typeface="Malgun Gothic" charset="0"/>
              </a:rPr>
              <a:t> </a:t>
            </a:r>
            <a:r>
              <a:rPr lang="ko-KR" altLang="en-US" sz="1100" b="1">
                <a:solidFill>
                  <a:srgbClr val="FFFFFF"/>
                </a:solidFill>
                <a:latin typeface="Malgun Gothic" charset="0"/>
                <a:ea typeface="Malgun Gothic" charset="0"/>
                <a:cs typeface="Malgun Gothic" charset="0"/>
              </a:rPr>
              <a:t>수신호</a:t>
            </a:r>
            <a:r>
              <a:rPr lang="ko-KR" altLang="en-US" sz="1100" b="1">
                <a:solidFill>
                  <a:srgbClr val="FFFFFF"/>
                </a:solidFill>
                <a:latin typeface="Malgun Gothic" charset="0"/>
                <a:ea typeface="Malgun Gothic" charset="0"/>
                <a:cs typeface="Malgun Gothic" charset="0"/>
              </a:rPr>
              <a:t> </a:t>
            </a:r>
            <a:r>
              <a:rPr lang="ko-KR" altLang="en-US" sz="1100" b="1">
                <a:solidFill>
                  <a:srgbClr val="FFFFFF"/>
                </a:solidFill>
                <a:latin typeface="Malgun Gothic" charset="0"/>
                <a:ea typeface="Malgun Gothic" charset="0"/>
                <a:cs typeface="Malgun Gothic" charset="0"/>
              </a:rPr>
              <a:t>7종</a:t>
            </a:r>
            <a:r>
              <a:rPr lang="ko-KR" altLang="en-US" sz="1100" b="1">
                <a:solidFill>
                  <a:srgbClr val="FFFFFF"/>
                </a:solidFill>
                <a:latin typeface="Malgun Gothic" charset="0"/>
                <a:ea typeface="Malgun Gothic" charset="0"/>
                <a:cs typeface="Malgun Gothic" charset="0"/>
              </a:rPr>
              <a:t> </a:t>
            </a:r>
            <a:r>
              <a:rPr lang="ko-KR" altLang="en-US" sz="1100" b="1">
                <a:solidFill>
                  <a:srgbClr val="FFFFFF"/>
                </a:solidFill>
                <a:latin typeface="Malgun Gothic" charset="0"/>
                <a:ea typeface="Malgun Gothic" charset="0"/>
                <a:cs typeface="Malgun Gothic" charset="0"/>
              </a:rPr>
              <a:t>확정</a:t>
            </a:r>
            <a:endParaRPr lang="ko-KR" altLang="en-US" sz="1100" b="1">
              <a:solidFill>
                <a:srgbClr val="FFFFFF"/>
              </a:solidFill>
              <a:latin typeface="Malgun Gothic" charset="0"/>
              <a:ea typeface="Malgun Gothic" charset="0"/>
              <a:cs typeface="Malgun Gothic" charset="0"/>
            </a:endParaRPr>
          </a:p>
        </p:txBody>
      </p:sp>
      <p:sp>
        <p:nvSpPr>
          <p:cNvPr id="20" name="Text 18"/>
          <p:cNvSpPr>
            <a:spLocks/>
          </p:cNvSpPr>
          <p:nvPr/>
        </p:nvSpPr>
        <p:spPr>
          <a:xfrm rot="0">
            <a:off x="548640" y="2880360"/>
            <a:ext cx="2286635" cy="457835"/>
          </a:xfrm>
          <a:prstGeom prst="rect"/>
          <a:noFill/>
          <a:ln cap="flat" cmpd="sng">
            <a:prstDash/>
          </a:ln>
        </p:spPr>
        <p:txBody>
          <a:bodyPr wrap="square" lIns="0" tIns="0" rIns="0" bIns="0" numCol="1" vert="horz" anchor="ctr">
            <a:noAutofit/>
          </a:bodyPr>
          <a:lstStyle/>
          <a:p>
            <a:pPr marL="0" indent="0">
              <a:buFontTx/>
              <a:buNone/>
            </a:pPr>
            <a:r>
              <a:rPr lang="ko-KR" altLang="en-US" sz="1400" b="1">
                <a:solidFill>
                  <a:srgbClr val="F1F5F9"/>
                </a:solidFill>
                <a:latin typeface="Malgun Gothic" charset="0"/>
                <a:ea typeface="Malgun Gothic" charset="0"/>
                <a:cs typeface="Malgun Gothic" charset="0"/>
              </a:rPr>
              <a:t>학습 데이터 확보</a:t>
            </a:r>
            <a:endParaRPr lang="ko-KR" altLang="en-US" sz="1400" b="1">
              <a:solidFill>
                <a:srgbClr val="F1F5F9"/>
              </a:solidFill>
              <a:latin typeface="Malgun Gothic" charset="0"/>
              <a:ea typeface="Malgun Gothic" charset="0"/>
              <a:cs typeface="Malgun Gothic" charset="0"/>
            </a:endParaRPr>
          </a:p>
        </p:txBody>
      </p:sp>
      <p:sp>
        <p:nvSpPr>
          <p:cNvPr id="21" name="Shape 19"/>
          <p:cNvSpPr>
            <a:spLocks/>
          </p:cNvSpPr>
          <p:nvPr/>
        </p:nvSpPr>
        <p:spPr>
          <a:xfrm rot="0">
            <a:off x="4724400" y="2926080"/>
            <a:ext cx="1634490" cy="366395"/>
          </a:xfrm>
          <a:prstGeom prst="rect"/>
          <a:solidFill>
            <a:srgbClr val="0891B2"/>
          </a:solidFill>
          <a:ln w="12700" cap="flat" cmpd="sng">
            <a:solidFill>
              <a:srgbClr val="0891B2">
                <a:alpha val="100000"/>
              </a:srgbClr>
            </a:solidFill>
            <a:prstDash val="solid"/>
          </a:ln>
        </p:spPr>
        <p:txBody>
          <a:bodyPr wrap="square" lIns="0" tIns="0" rIns="0" bIns="0" vert="horz" anchor="t">
            <a:noAutofit/>
          </a:bodyPr>
          <a:lstStyle/>
          <a:p>
            <a:pPr marL="0" indent="0"/>
            <a:endParaRPr lang="ko-KR" altLang="en-US"/>
          </a:p>
        </p:txBody>
      </p:sp>
      <p:sp>
        <p:nvSpPr>
          <p:cNvPr id="22" name="Text 20"/>
          <p:cNvSpPr>
            <a:spLocks/>
          </p:cNvSpPr>
          <p:nvPr/>
        </p:nvSpPr>
        <p:spPr>
          <a:xfrm rot="0">
            <a:off x="4779010" y="2926080"/>
            <a:ext cx="1524635" cy="366395"/>
          </a:xfrm>
          <a:prstGeom prst="rect"/>
          <a:noFill/>
          <a:ln cap="flat" cmpd="sng">
            <a:prstDash/>
          </a:ln>
        </p:spPr>
        <p:txBody>
          <a:bodyPr wrap="square" lIns="0" tIns="0" rIns="0" bIns="0" numCol="1" vert="horz" anchor="ctr">
            <a:noAutofit/>
          </a:bodyPr>
          <a:lstStyle/>
          <a:p>
            <a:pPr marL="0" indent="0" algn="ctr">
              <a:buFontTx/>
              <a:buNone/>
            </a:pPr>
            <a:r>
              <a:rPr lang="ko-KR" altLang="en-US" sz="1100" b="1">
                <a:solidFill>
                  <a:srgbClr val="FFFFFF"/>
                </a:solidFill>
                <a:latin typeface="Malgun Gothic" charset="0"/>
                <a:ea typeface="Malgun Gothic" charset="0"/>
                <a:cs typeface="Malgun Gothic" charset="0"/>
              </a:rPr>
              <a:t>공개 데이터 27,735건</a:t>
            </a:r>
            <a:endParaRPr lang="ko-KR" altLang="en-US" sz="1100" b="1">
              <a:solidFill>
                <a:srgbClr val="FFFFFF"/>
              </a:solidFill>
              <a:latin typeface="Malgun Gothic" charset="0"/>
              <a:ea typeface="Malgun Gothic" charset="0"/>
              <a:cs typeface="Malgun Gothic" charset="0"/>
            </a:endParaRPr>
          </a:p>
        </p:txBody>
      </p:sp>
      <p:sp>
        <p:nvSpPr>
          <p:cNvPr id="23" name="Text 21"/>
          <p:cNvSpPr>
            <a:spLocks/>
          </p:cNvSpPr>
          <p:nvPr/>
        </p:nvSpPr>
        <p:spPr>
          <a:xfrm rot="0">
            <a:off x="548640" y="3429000"/>
            <a:ext cx="2286635" cy="457835"/>
          </a:xfrm>
          <a:prstGeom prst="rect"/>
          <a:noFill/>
          <a:ln cap="flat" cmpd="sng">
            <a:prstDash/>
          </a:ln>
        </p:spPr>
        <p:txBody>
          <a:bodyPr wrap="square" lIns="0" tIns="0" rIns="0" bIns="0" numCol="1" vert="horz" anchor="ctr">
            <a:noAutofit/>
          </a:bodyPr>
          <a:lstStyle/>
          <a:p>
            <a:pPr marL="0" indent="0">
              <a:buFontTx/>
              <a:buNone/>
            </a:pPr>
            <a:r>
              <a:rPr lang="ko-KR" altLang="en-US" sz="1400" b="1">
                <a:solidFill>
                  <a:srgbClr val="F1F5F9"/>
                </a:solidFill>
                <a:latin typeface="Malgun Gothic" charset="0"/>
                <a:ea typeface="Malgun Gothic" charset="0"/>
                <a:cs typeface="Malgun Gothic" charset="0"/>
              </a:rPr>
              <a:t>분류기 학습 · 서비스 통합</a:t>
            </a:r>
            <a:endParaRPr lang="ko-KR" altLang="en-US" sz="1400" b="1">
              <a:solidFill>
                <a:srgbClr val="F1F5F9"/>
              </a:solidFill>
              <a:latin typeface="Malgun Gothic" charset="0"/>
              <a:ea typeface="Malgun Gothic" charset="0"/>
              <a:cs typeface="Malgun Gothic" charset="0"/>
            </a:endParaRPr>
          </a:p>
        </p:txBody>
      </p:sp>
      <p:sp>
        <p:nvSpPr>
          <p:cNvPr id="24" name="Shape 22"/>
          <p:cNvSpPr>
            <a:spLocks/>
          </p:cNvSpPr>
          <p:nvPr/>
        </p:nvSpPr>
        <p:spPr>
          <a:xfrm rot="0">
            <a:off x="6467475" y="3474720"/>
            <a:ext cx="1634490" cy="366395"/>
          </a:xfrm>
          <a:prstGeom prst="rect"/>
          <a:solidFill>
            <a:srgbClr val="0891B2"/>
          </a:solidFill>
          <a:ln w="12700" cap="flat" cmpd="sng">
            <a:solidFill>
              <a:srgbClr val="0891B2">
                <a:alpha val="100000"/>
              </a:srgbClr>
            </a:solidFill>
            <a:prstDash val="solid"/>
          </a:ln>
        </p:spPr>
        <p:txBody>
          <a:bodyPr wrap="square" lIns="0" tIns="0" rIns="0" bIns="0" vert="horz" anchor="t">
            <a:noAutofit/>
          </a:bodyPr>
          <a:lstStyle/>
          <a:p>
            <a:pPr marL="0" indent="0"/>
            <a:endParaRPr lang="ko-KR" altLang="en-US"/>
          </a:p>
        </p:txBody>
      </p:sp>
      <p:sp>
        <p:nvSpPr>
          <p:cNvPr id="25" name="Text 23"/>
          <p:cNvSpPr>
            <a:spLocks/>
          </p:cNvSpPr>
          <p:nvPr/>
        </p:nvSpPr>
        <p:spPr>
          <a:xfrm rot="0">
            <a:off x="6522720" y="3474720"/>
            <a:ext cx="1524635" cy="366395"/>
          </a:xfrm>
          <a:prstGeom prst="rect"/>
          <a:noFill/>
          <a:ln cap="flat" cmpd="sng">
            <a:prstDash/>
          </a:ln>
        </p:spPr>
        <p:txBody>
          <a:bodyPr wrap="square" lIns="0" tIns="0" rIns="0" bIns="0" numCol="1" vert="horz" anchor="ctr">
            <a:noAutofit/>
          </a:bodyPr>
          <a:lstStyle/>
          <a:p>
            <a:pPr marL="0" indent="0" algn="ctr">
              <a:buFontTx/>
              <a:buNone/>
            </a:pPr>
            <a:r>
              <a:rPr lang="ko-KR" altLang="en-US" sz="1100" b="1">
                <a:solidFill>
                  <a:srgbClr val="FFFFFF"/>
                </a:solidFill>
                <a:latin typeface="Malgun Gothic" charset="0"/>
                <a:ea typeface="Malgun Gothic" charset="0"/>
                <a:cs typeface="Malgun Gothic" charset="0"/>
              </a:rPr>
              <a:t>1차 전 구간 통합 시험</a:t>
            </a:r>
            <a:endParaRPr lang="ko-KR" altLang="en-US" sz="1100" b="1">
              <a:solidFill>
                <a:srgbClr val="FFFFFF"/>
              </a:solidFill>
              <a:latin typeface="Malgun Gothic" charset="0"/>
              <a:ea typeface="Malgun Gothic" charset="0"/>
              <a:cs typeface="Malgun Gothic" charset="0"/>
            </a:endParaRPr>
          </a:p>
        </p:txBody>
      </p:sp>
      <p:sp>
        <p:nvSpPr>
          <p:cNvPr id="26" name="Text 24"/>
          <p:cNvSpPr>
            <a:spLocks/>
          </p:cNvSpPr>
          <p:nvPr/>
        </p:nvSpPr>
        <p:spPr>
          <a:xfrm rot="0">
            <a:off x="548640" y="3977640"/>
            <a:ext cx="2286635" cy="457835"/>
          </a:xfrm>
          <a:prstGeom prst="rect"/>
          <a:noFill/>
          <a:ln cap="flat" cmpd="sng">
            <a:prstDash/>
          </a:ln>
        </p:spPr>
        <p:txBody>
          <a:bodyPr wrap="square" lIns="0" tIns="0" rIns="0" bIns="0" numCol="1" vert="horz" anchor="ctr">
            <a:noAutofit/>
          </a:bodyPr>
          <a:lstStyle/>
          <a:p>
            <a:pPr marL="0" indent="0">
              <a:buFontTx/>
              <a:buNone/>
            </a:pPr>
            <a:r>
              <a:rPr lang="ko-KR" altLang="en-US" sz="1400" b="1">
                <a:solidFill>
                  <a:srgbClr val="F1F5F9"/>
                </a:solidFill>
                <a:latin typeface="Malgun Gothic" charset="0"/>
                <a:ea typeface="Malgun Gothic" charset="0"/>
                <a:cs typeface="Malgun Gothic" charset="0"/>
              </a:rPr>
              <a:t>판정 흐름 개선 · 회원 DB</a:t>
            </a:r>
            <a:endParaRPr lang="ko-KR" altLang="en-US" sz="1400" b="1">
              <a:solidFill>
                <a:srgbClr val="F1F5F9"/>
              </a:solidFill>
              <a:latin typeface="Malgun Gothic" charset="0"/>
              <a:ea typeface="Malgun Gothic" charset="0"/>
              <a:cs typeface="Malgun Gothic" charset="0"/>
            </a:endParaRPr>
          </a:p>
        </p:txBody>
      </p:sp>
      <p:sp>
        <p:nvSpPr>
          <p:cNvPr id="27" name="Shape 25"/>
          <p:cNvSpPr>
            <a:spLocks/>
          </p:cNvSpPr>
          <p:nvPr/>
        </p:nvSpPr>
        <p:spPr>
          <a:xfrm rot="0">
            <a:off x="8211185" y="4023360"/>
            <a:ext cx="1634490" cy="366395"/>
          </a:xfrm>
          <a:prstGeom prst="rect"/>
          <a:solidFill>
            <a:srgbClr val="0891B2"/>
          </a:solidFill>
          <a:ln w="12700" cap="flat" cmpd="sng">
            <a:solidFill>
              <a:srgbClr val="0891B2">
                <a:alpha val="100000"/>
              </a:srgbClr>
            </a:solidFill>
            <a:prstDash val="solid"/>
          </a:ln>
        </p:spPr>
        <p:txBody>
          <a:bodyPr wrap="square" lIns="0" tIns="0" rIns="0" bIns="0" vert="horz" anchor="t">
            <a:noAutofit/>
          </a:bodyPr>
          <a:lstStyle/>
          <a:p>
            <a:pPr marL="0" indent="0"/>
            <a:endParaRPr lang="ko-KR" altLang="en-US"/>
          </a:p>
        </p:txBody>
      </p:sp>
      <p:sp>
        <p:nvSpPr>
          <p:cNvPr id="28" name="Text 26"/>
          <p:cNvSpPr>
            <a:spLocks/>
          </p:cNvSpPr>
          <p:nvPr/>
        </p:nvSpPr>
        <p:spPr>
          <a:xfrm rot="0">
            <a:off x="8265795" y="4023360"/>
            <a:ext cx="1524635" cy="366395"/>
          </a:xfrm>
          <a:prstGeom prst="rect"/>
          <a:noFill/>
          <a:ln cap="flat" cmpd="sng">
            <a:prstDash/>
          </a:ln>
        </p:spPr>
        <p:txBody>
          <a:bodyPr wrap="square" lIns="0" tIns="0" rIns="0" bIns="0" numCol="1" vert="horz" anchor="ctr">
            <a:noAutofit/>
          </a:bodyPr>
          <a:lstStyle/>
          <a:p>
            <a:pPr marL="0" indent="0" algn="ctr">
              <a:buFontTx/>
              <a:buNone/>
            </a:pPr>
            <a:r>
              <a:rPr lang="ko-KR" altLang="en-US" sz="1100" b="1">
                <a:solidFill>
                  <a:srgbClr val="FFFFFF"/>
                </a:solidFill>
                <a:latin typeface="Malgun Gothic" charset="0"/>
                <a:ea typeface="Malgun Gothic" charset="0"/>
                <a:cs typeface="Malgun Gothic" charset="0"/>
              </a:rPr>
              <a:t>확인 버튼 · 시도 3회</a:t>
            </a:r>
            <a:endParaRPr lang="ko-KR" altLang="en-US" sz="1100" b="1">
              <a:solidFill>
                <a:srgbClr val="FFFFFF"/>
              </a:solidFill>
              <a:latin typeface="Malgun Gothic" charset="0"/>
              <a:ea typeface="Malgun Gothic" charset="0"/>
              <a:cs typeface="Malgun Gothic" charset="0"/>
            </a:endParaRPr>
          </a:p>
        </p:txBody>
      </p:sp>
      <p:sp>
        <p:nvSpPr>
          <p:cNvPr id="29" name="Text 27"/>
          <p:cNvSpPr>
            <a:spLocks/>
          </p:cNvSpPr>
          <p:nvPr/>
        </p:nvSpPr>
        <p:spPr>
          <a:xfrm rot="0">
            <a:off x="548640" y="4526280"/>
            <a:ext cx="2286635" cy="457835"/>
          </a:xfrm>
          <a:prstGeom prst="rect"/>
          <a:noFill/>
          <a:ln cap="flat" cmpd="sng">
            <a:prstDash/>
          </a:ln>
        </p:spPr>
        <p:txBody>
          <a:bodyPr wrap="square" lIns="0" tIns="0" rIns="0" bIns="0" numCol="1" vert="horz" anchor="ctr">
            <a:noAutofit/>
          </a:bodyPr>
          <a:lstStyle/>
          <a:p>
            <a:pPr marL="0" indent="0">
              <a:buFontTx/>
              <a:buNone/>
            </a:pPr>
            <a:r>
              <a:rPr lang="ko-KR" altLang="en-US" sz="1400" b="1">
                <a:solidFill>
                  <a:srgbClr val="F1F5F9"/>
                </a:solidFill>
                <a:latin typeface="Malgun Gothic" charset="0"/>
                <a:ea typeface="Malgun Gothic" charset="0"/>
                <a:cs typeface="Malgun Gothic" charset="0"/>
              </a:rPr>
              <a:t>KPI 측정</a:t>
            </a:r>
            <a:endParaRPr lang="ko-KR" altLang="en-US" sz="1400" b="1">
              <a:solidFill>
                <a:srgbClr val="F1F5F9"/>
              </a:solidFill>
              <a:latin typeface="Malgun Gothic" charset="0"/>
              <a:ea typeface="Malgun Gothic" charset="0"/>
              <a:cs typeface="Malgun Gothic" charset="0"/>
            </a:endParaRPr>
          </a:p>
        </p:txBody>
      </p:sp>
      <p:sp>
        <p:nvSpPr>
          <p:cNvPr id="30" name="Shape 28"/>
          <p:cNvSpPr>
            <a:spLocks/>
          </p:cNvSpPr>
          <p:nvPr/>
        </p:nvSpPr>
        <p:spPr>
          <a:xfrm rot="0">
            <a:off x="8211185" y="4572000"/>
            <a:ext cx="1634490" cy="366395"/>
          </a:xfrm>
          <a:prstGeom prst="rect"/>
          <a:solidFill>
            <a:srgbClr val="F97316"/>
          </a:solidFill>
          <a:ln w="12700" cap="flat" cmpd="sng">
            <a:solidFill>
              <a:srgbClr val="F97316">
                <a:alpha val="100000"/>
              </a:srgbClr>
            </a:solidFill>
            <a:prstDash val="solid"/>
          </a:ln>
        </p:spPr>
        <p:txBody>
          <a:bodyPr wrap="square" lIns="0" tIns="0" rIns="0" bIns="0" vert="horz" anchor="t">
            <a:noAutofit/>
          </a:bodyPr>
          <a:lstStyle/>
          <a:p>
            <a:pPr marL="0" indent="0"/>
            <a:endParaRPr lang="ko-KR" altLang="en-US"/>
          </a:p>
        </p:txBody>
      </p:sp>
      <p:sp>
        <p:nvSpPr>
          <p:cNvPr id="31" name="Text 29"/>
          <p:cNvSpPr>
            <a:spLocks/>
          </p:cNvSpPr>
          <p:nvPr/>
        </p:nvSpPr>
        <p:spPr>
          <a:xfrm rot="0">
            <a:off x="8265795" y="4572000"/>
            <a:ext cx="1524635" cy="366395"/>
          </a:xfrm>
          <a:prstGeom prst="rect"/>
          <a:noFill/>
          <a:ln cap="flat" cmpd="sng">
            <a:prstDash/>
          </a:ln>
        </p:spPr>
        <p:txBody>
          <a:bodyPr wrap="square" lIns="0" tIns="0" rIns="0" bIns="0" numCol="1" vert="horz" anchor="ctr">
            <a:noAutofit/>
          </a:bodyPr>
          <a:lstStyle/>
          <a:p>
            <a:pPr marL="0" indent="0" algn="ctr">
              <a:buFontTx/>
              <a:buNone/>
            </a:pPr>
            <a:r>
              <a:rPr lang="ko-KR" altLang="en-US" sz="1100" b="1">
                <a:solidFill>
                  <a:srgbClr val="0F172A"/>
                </a:solidFill>
                <a:latin typeface="Malgun Gothic" charset="0"/>
                <a:ea typeface="Malgun Gothic" charset="0"/>
                <a:cs typeface="Malgun Gothic" charset="0"/>
              </a:rPr>
              <a:t>09.30</a:t>
            </a:r>
            <a:r>
              <a:rPr lang="ko-KR" altLang="en-US" sz="1100" b="1">
                <a:solidFill>
                  <a:srgbClr val="0F172A"/>
                </a:solidFill>
                <a:latin typeface="Malgun Gothic" charset="0"/>
                <a:ea typeface="Malgun Gothic" charset="0"/>
                <a:cs typeface="Malgun Gothic" charset="0"/>
              </a:rPr>
              <a:t> </a:t>
            </a:r>
            <a:r>
              <a:rPr lang="ko-KR" altLang="en-US" sz="1100" b="1">
                <a:solidFill>
                  <a:srgbClr val="0F172A"/>
                </a:solidFill>
                <a:latin typeface="Malgun Gothic" charset="0"/>
                <a:ea typeface="Malgun Gothic" charset="0"/>
                <a:cs typeface="Malgun Gothic" charset="0"/>
              </a:rPr>
              <a:t>판정</a:t>
            </a:r>
            <a:r>
              <a:rPr lang="ko-KR" altLang="en-US" sz="1100" b="1">
                <a:solidFill>
                  <a:srgbClr val="0F172A"/>
                </a:solidFill>
                <a:latin typeface="Malgun Gothic" charset="0"/>
                <a:ea typeface="Malgun Gothic" charset="0"/>
                <a:cs typeface="Malgun Gothic" charset="0"/>
              </a:rPr>
              <a:t> </a:t>
            </a:r>
            <a:r>
              <a:rPr lang="ko-KR" altLang="en-US" sz="1100" b="1">
                <a:solidFill>
                  <a:srgbClr val="0F172A"/>
                </a:solidFill>
                <a:latin typeface="Malgun Gothic" charset="0"/>
                <a:ea typeface="Malgun Gothic" charset="0"/>
                <a:cs typeface="Malgun Gothic" charset="0"/>
              </a:rPr>
              <a:t>·</a:t>
            </a:r>
            <a:r>
              <a:rPr lang="ko-KR" altLang="en-US" sz="1100" b="1">
                <a:solidFill>
                  <a:srgbClr val="0F172A"/>
                </a:solidFill>
                <a:latin typeface="Malgun Gothic" charset="0"/>
                <a:ea typeface="Malgun Gothic" charset="0"/>
                <a:cs typeface="Malgun Gothic" charset="0"/>
              </a:rPr>
              <a:t> </a:t>
            </a:r>
            <a:r>
              <a:rPr lang="ko-KR" altLang="en-US" sz="1100" b="1">
                <a:solidFill>
                  <a:srgbClr val="0F172A"/>
                </a:solidFill>
                <a:latin typeface="Malgun Gothic" charset="0"/>
                <a:ea typeface="Malgun Gothic" charset="0"/>
                <a:cs typeface="Malgun Gothic" charset="0"/>
              </a:rPr>
              <a:t>10.02</a:t>
            </a:r>
            <a:r>
              <a:rPr lang="ko-KR" altLang="en-US" sz="1100" b="1">
                <a:solidFill>
                  <a:srgbClr val="0F172A"/>
                </a:solidFill>
                <a:latin typeface="Malgun Gothic" charset="0"/>
                <a:ea typeface="Malgun Gothic" charset="0"/>
                <a:cs typeface="Malgun Gothic" charset="0"/>
              </a:rPr>
              <a:t> </a:t>
            </a:r>
            <a:r>
              <a:rPr lang="ko-KR" altLang="en-US" sz="1100" b="1">
                <a:solidFill>
                  <a:srgbClr val="0F172A"/>
                </a:solidFill>
                <a:latin typeface="Malgun Gothic" charset="0"/>
                <a:ea typeface="Malgun Gothic" charset="0"/>
                <a:cs typeface="Malgun Gothic" charset="0"/>
              </a:rPr>
              <a:t>지연</a:t>
            </a:r>
            <a:endParaRPr lang="ko-KR" altLang="en-US" sz="1100" b="1">
              <a:solidFill>
                <a:srgbClr val="0F172A"/>
              </a:solidFill>
              <a:latin typeface="Malgun Gothic" charset="0"/>
              <a:ea typeface="Malgun Gothic" charset="0"/>
              <a:cs typeface="Malgun Gothic" charset="0"/>
            </a:endParaRPr>
          </a:p>
        </p:txBody>
      </p:sp>
      <p:sp>
        <p:nvSpPr>
          <p:cNvPr id="32" name="Text 30"/>
          <p:cNvSpPr>
            <a:spLocks/>
          </p:cNvSpPr>
          <p:nvPr/>
        </p:nvSpPr>
        <p:spPr>
          <a:xfrm rot="0">
            <a:off x="548640" y="5074920"/>
            <a:ext cx="2286635" cy="457835"/>
          </a:xfrm>
          <a:prstGeom prst="rect"/>
          <a:noFill/>
          <a:ln cap="flat" cmpd="sng">
            <a:prstDash/>
          </a:ln>
        </p:spPr>
        <p:txBody>
          <a:bodyPr wrap="square" lIns="0" tIns="0" rIns="0" bIns="0" numCol="1" vert="horz" anchor="ctr">
            <a:noAutofit/>
          </a:bodyPr>
          <a:lstStyle/>
          <a:p>
            <a:pPr marL="0" indent="0">
              <a:buFontTx/>
              <a:buNone/>
            </a:pPr>
            <a:r>
              <a:rPr lang="ko-KR" altLang="en-US" sz="1400" b="1">
                <a:solidFill>
                  <a:srgbClr val="F1F5F9"/>
                </a:solidFill>
                <a:latin typeface="Malgun Gothic" charset="0"/>
                <a:ea typeface="Malgun Gothic" charset="0"/>
                <a:cs typeface="Malgun Gothic" charset="0"/>
              </a:rPr>
              <a:t>결과보고서 · 영상 · 발표</a:t>
            </a:r>
            <a:endParaRPr lang="ko-KR" altLang="en-US" sz="1400" b="1">
              <a:solidFill>
                <a:srgbClr val="F1F5F9"/>
              </a:solidFill>
              <a:latin typeface="Malgun Gothic" charset="0"/>
              <a:ea typeface="Malgun Gothic" charset="0"/>
              <a:cs typeface="Malgun Gothic" charset="0"/>
            </a:endParaRPr>
          </a:p>
        </p:txBody>
      </p:sp>
      <p:sp>
        <p:nvSpPr>
          <p:cNvPr id="33" name="Shape 31"/>
          <p:cNvSpPr>
            <a:spLocks/>
          </p:cNvSpPr>
          <p:nvPr/>
        </p:nvSpPr>
        <p:spPr>
          <a:xfrm rot="0">
            <a:off x="9954260" y="5120640"/>
            <a:ext cx="1634490" cy="366395"/>
          </a:xfrm>
          <a:prstGeom prst="rect"/>
          <a:solidFill>
            <a:srgbClr val="0891B2"/>
          </a:solidFill>
          <a:ln w="12700" cap="flat" cmpd="sng">
            <a:solidFill>
              <a:srgbClr val="0891B2">
                <a:alpha val="100000"/>
              </a:srgbClr>
            </a:solidFill>
            <a:prstDash val="solid"/>
          </a:ln>
        </p:spPr>
        <p:txBody>
          <a:bodyPr wrap="square" lIns="0" tIns="0" rIns="0" bIns="0" vert="horz" anchor="t">
            <a:noAutofit/>
          </a:bodyPr>
          <a:lstStyle/>
          <a:p>
            <a:pPr marL="0" indent="0"/>
            <a:endParaRPr lang="ko-KR" altLang="en-US"/>
          </a:p>
        </p:txBody>
      </p:sp>
      <p:sp>
        <p:nvSpPr>
          <p:cNvPr id="34" name="Text 32"/>
          <p:cNvSpPr>
            <a:spLocks/>
          </p:cNvSpPr>
          <p:nvPr/>
        </p:nvSpPr>
        <p:spPr>
          <a:xfrm rot="0">
            <a:off x="10009505" y="5120640"/>
            <a:ext cx="1524635" cy="366395"/>
          </a:xfrm>
          <a:prstGeom prst="rect"/>
          <a:noFill/>
          <a:ln cap="flat" cmpd="sng">
            <a:prstDash/>
          </a:ln>
        </p:spPr>
        <p:txBody>
          <a:bodyPr wrap="square" lIns="0" tIns="0" rIns="0" bIns="0" numCol="1" vert="horz" anchor="ctr">
            <a:noAutofit/>
          </a:bodyPr>
          <a:lstStyle/>
          <a:p>
            <a:pPr marL="0" indent="0" algn="ctr">
              <a:buFontTx/>
              <a:buNone/>
            </a:pPr>
            <a:r>
              <a:rPr lang="ko-KR" altLang="en-US" sz="1100" b="1">
                <a:solidFill>
                  <a:srgbClr val="FFFFFF"/>
                </a:solidFill>
                <a:latin typeface="Malgun Gothic" charset="0"/>
                <a:ea typeface="Malgun Gothic" charset="0"/>
                <a:cs typeface="Malgun Gothic" charset="0"/>
              </a:rPr>
              <a:t>10.08 제출 · 10.12 발표</a:t>
            </a:r>
            <a:endParaRPr lang="ko-KR" altLang="en-US" sz="1100" b="1">
              <a:solidFill>
                <a:srgbClr val="FFFFFF"/>
              </a:solidFill>
              <a:latin typeface="Malgun Gothic" charset="0"/>
              <a:ea typeface="Malgun Gothic" charset="0"/>
              <a:cs typeface="Malgun Gothic" charset="0"/>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D1217"/>
        </a:solidFill>
      </p:bgPr>
    </p:bg>
    <p:spTree>
      <p:nvGrpSpPr>
        <p:cNvPr id="1" name=""/>
        <p:cNvGrpSpPr/>
        <p:nvPr/>
      </p:nvGrpSpPr>
      <p:grpSpPr>
        <a:xfrm>
          <a:off x="0" y="0"/>
          <a:ext cx="0" cy="0"/>
          <a:chOff x="0" y="0"/>
          <a:chExt cx="0" cy="0"/>
        </a:xfrm>
      </p:grpSpPr>
      <p:sp>
        <p:nvSpPr>
          <p:cNvPr id="2" name="텍스트 상자 2"/>
          <p:cNvSpPr txBox="1">
            <a:spLocks/>
          </p:cNvSpPr>
          <p:nvPr/>
        </p:nvSpPr>
        <p:spPr>
          <a:xfrm rot="0">
            <a:off x="4364990" y="2305050"/>
            <a:ext cx="3792220" cy="1477645"/>
          </a:xfrm>
          <a:prstGeom prst="rect"/>
          <a:noFill/>
          <a:ln w="0" cap="flat" cmpd="sng">
            <a:noFill/>
            <a:prstDash/>
          </a:ln>
        </p:spPr>
        <p:txBody>
          <a:bodyPr wrap="none" lIns="89535" tIns="46355" rIns="89535" bIns="46355" vert="horz" anchor="t">
            <a:noAutofit/>
          </a:bodyPr>
          <a:lstStyle/>
          <a:p>
            <a:pPr marL="0" indent="0" algn="ctr" hangingPunct="1"/>
            <a:r>
              <a:rPr lang="ko-KR" sz="9000" b="1">
                <a:solidFill>
                  <a:schemeClr val="bg2"/>
                </a:solidFill>
                <a:effectLst>
                  <a:innerShdw blurRad="63500" dist="50800" dir="13500000">
                    <a:srgbClr val="000000">
                      <a:alpha val="50000"/>
                    </a:srgbClr>
                  </a:innerShdw>
                </a:effectLst>
              </a:rPr>
              <a:t>감사합니다.</a:t>
            </a:r>
            <a:endParaRPr lang="ko-KR" altLang="en-US" sz="9000" b="1">
              <a:solidFill>
                <a:schemeClr val="bg2"/>
              </a:solidFill>
            </a:endParaRPr>
          </a:p>
        </p:txBody>
      </p:sp>
      <p:sp>
        <p:nvSpPr>
          <p:cNvPr id="4" name="도형 4"/>
          <p:cNvSpPr>
            <a:spLocks/>
          </p:cNvSpPr>
          <p:nvPr/>
        </p:nvSpPr>
        <p:spPr>
          <a:xfrm rot="0">
            <a:off x="3399790" y="5323840"/>
            <a:ext cx="5723255" cy="514985"/>
          </a:xfrm>
          <a:prstGeom prst="rect"/>
          <a:noFill/>
          <a:ln cap="flat" cmpd="sng">
            <a:prstDash/>
          </a:ln>
        </p:spPr>
        <p:txBody>
          <a:bodyPr wrap="square" lIns="0" tIns="0" rIns="0" bIns="0" numCol="1" vert="horz" anchor="ctr">
            <a:noAutofit/>
          </a:bodyPr>
          <a:lstStyle/>
          <a:p>
            <a:pPr marL="0" indent="0">
              <a:buFontTx/>
              <a:buNone/>
            </a:pPr>
            <a:r>
              <a:rPr lang="ko-KR" altLang="en-US" sz="1800" b="1">
                <a:solidFill>
                  <a:srgbClr val="94A3B8"/>
                </a:solidFill>
                <a:latin typeface="Malgun Gothic" charset="0"/>
                <a:ea typeface="Malgun Gothic" charset="0"/>
                <a:cs typeface="Malgun Gothic" charset="0"/>
              </a:rPr>
              <a:t>심기일전 팀 </a:t>
            </a:r>
            <a:r>
              <a:rPr lang="ko-KR" altLang="en-US" sz="1800" b="1">
                <a:solidFill>
                  <a:srgbClr val="94A3B8"/>
                </a:solidFill>
                <a:latin typeface="Malgun Gothic" charset="0"/>
                <a:ea typeface="Malgun Gothic" charset="0"/>
                <a:cs typeface="Malgun Gothic" charset="0"/>
              </a:rPr>
              <a:t>송승호(팀장) · 이동혁 · 조은수 · 김지훈      </a:t>
            </a:r>
            <a:endParaRPr lang="ko-KR" altLang="en-US" sz="1800" b="1">
              <a:solidFill>
                <a:srgbClr val="94A3B8"/>
              </a:solidFill>
              <a:latin typeface="Malgun Gothic" charset="0"/>
              <a:ea typeface="Malgun Gothic" charset="0"/>
              <a:cs typeface="Malgun Gothic" charset="0"/>
            </a:endParaRPr>
          </a:p>
          <a:p>
            <a:pPr marL="0" indent="0">
              <a:buFontTx/>
              <a:buNone/>
            </a:pPr>
            <a:endParaRPr lang="ko-KR" altLang="en-US" sz="1800" b="1">
              <a:solidFill>
                <a:srgbClr val="94A3B8"/>
              </a:solidFill>
              <a:latin typeface="Malgun Gothic" charset="0"/>
              <a:ea typeface="Malgun Gothic" charset="0"/>
              <a:cs typeface="Malgun Gothic" charset="0"/>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D1217"/>
        </a:solidFill>
      </p:bgPr>
    </p:bg>
    <p:spTree>
      <p:nvGrpSpPr>
        <p:cNvPr id="1" name=""/>
        <p:cNvGrpSpPr/>
        <p:nvPr/>
      </p:nvGrpSpPr>
      <p:grpSpPr/>
      <p:sp>
        <p:nvSpPr>
          <p:cNvPr id="2" name="Shape 0"/>
          <p:cNvSpPr/>
          <p:nvPr/>
        </p:nvSpPr>
        <p:spPr>
          <a:xfrm>
            <a:off x="548640" y="457200"/>
            <a:ext cx="100330" cy="100330"/>
          </a:xfrm>
          <a:prstGeom prst="rect">
            <a:avLst/>
          </a:prstGeom>
          <a:solidFill>
            <a:srgbClr val="F97316"/>
          </a:solidFill>
          <a:ln w="12700">
            <a:solidFill>
              <a:srgbClr val="F97316"/>
            </a:solidFill>
            <a:prstDash val="solid"/>
          </a:ln>
        </p:spPr>
      </p:sp>
      <p:sp>
        <p:nvSpPr>
          <p:cNvPr id="3" name="Text 1"/>
          <p:cNvSpPr/>
          <p:nvPr/>
        </p:nvSpPr>
        <p:spPr>
          <a:xfrm>
            <a:off x="749935" y="356870"/>
            <a:ext cx="7315200" cy="292735"/>
          </a:xfrm>
          <a:prstGeom prst="rect">
            <a:avLst/>
          </a:prstGeom>
          <a:noFill/>
          <a:ln/>
        </p:spPr>
        <p:txBody>
          <a:bodyPr wrap="square" lIns="0" tIns="0" rIns="0" bIns="0" rtlCol="0" anchor="ctr"/>
          <a:lstStyle/>
          <a:p>
            <a:pPr indent="0" marL="0">
              <a:buNone/>
            </a:pPr>
            <a:r>
              <a:rPr lang="ko-KR" altLang="en-US" sz="1200" dirty="0">
                <a:solidFill>
                  <a:srgbClr val="94A3B8"/>
                </a:solidFill>
                <a:latin typeface="Malgun Gothic" pitchFamily="34" charset="0"/>
                <a:ea typeface="Malgun Gothic" pitchFamily="34" charset="-122"/>
                <a:cs typeface="Malgun Gothic" pitchFamily="34" charset="-120"/>
              </a:rPr>
              <a:t>09   시연 영상</a:t>
            </a:r>
            <a:endParaRPr lang="ko-KR" sz="1200" dirty="0"/>
          </a:p>
        </p:txBody>
      </p:sp>
      <p:sp>
        <p:nvSpPr>
          <p:cNvPr id="4" name="Text 2"/>
          <p:cNvSpPr/>
          <p:nvPr/>
        </p:nvSpPr>
        <p:spPr>
          <a:xfrm>
            <a:off x="10546080" y="6446520"/>
            <a:ext cx="1097280" cy="228600"/>
          </a:xfrm>
          <a:prstGeom prst="rect">
            <a:avLst/>
          </a:prstGeom>
          <a:noFill/>
          <a:ln/>
        </p:spPr>
        <p:txBody>
          <a:bodyPr wrap="square" lIns="0" tIns="0" rIns="0" bIns="0" rtlCol="0" anchor="ctr"/>
          <a:lstStyle/>
          <a:p>
            <a:pPr algn="r" indent="0" marL="0">
              <a:buNone/>
            </a:pPr>
            <a:r>
              <a:rPr lang="ko-KR" altLang="en-US" sz="900" dirty="0">
                <a:solidFill>
                  <a:srgbClr val="64748B"/>
                </a:solidFill>
                <a:latin typeface="Consolas" pitchFamily="34" charset="0"/>
                <a:ea typeface="Consolas" pitchFamily="34" charset="-122"/>
                <a:cs typeface="Consolas" pitchFamily="34" charset="-120"/>
              </a:rPr>
              <a:t>09 / 15</a:t>
            </a:r>
            <a:endParaRPr lang="ko-KR" sz="900" dirty="0"/>
          </a:p>
        </p:txBody>
      </p:sp>
      <p:sp>
        <p:nvSpPr>
          <p:cNvPr id="5" name="Text 3"/>
          <p:cNvSpPr/>
          <p:nvPr/>
        </p:nvSpPr>
        <p:spPr>
          <a:xfrm>
            <a:off x="548640" y="6446520"/>
            <a:ext cx="3657600" cy="228600"/>
          </a:xfrm>
          <a:prstGeom prst="rect">
            <a:avLst/>
          </a:prstGeom>
          <a:noFill/>
          <a:ln/>
        </p:spPr>
        <p:txBody>
          <a:bodyPr wrap="square" lIns="0" tIns="0" rIns="0" bIns="0" rtlCol="0" anchor="ctr"/>
          <a:lstStyle/>
          <a:p>
            <a:pPr indent="0" marL="0">
              <a:buNone/>
            </a:pPr>
            <a:r>
              <a:rPr lang="ko-KR" altLang="en-US" sz="900" dirty="0">
                <a:solidFill>
                  <a:srgbClr val="64748B"/>
                </a:solidFill>
                <a:latin typeface="Malgun Gothic" pitchFamily="34" charset="0"/>
                <a:ea typeface="Malgun Gothic" pitchFamily="34" charset="-122"/>
                <a:cs typeface="Malgun Gothic" pitchFamily="34" charset="-120"/>
              </a:rPr>
              <a:t>SafeSign PhysicalAI · 심기일전</a:t>
            </a:r>
            <a:endParaRPr lang="ko-KR" sz="900" dirty="0"/>
          </a:p>
        </p:txBody>
      </p:sp>
      <p:sp>
        <p:nvSpPr>
          <p:cNvPr id="6" name="Text 4"/>
          <p:cNvSpPr/>
          <p:nvPr/>
        </p:nvSpPr>
        <p:spPr>
          <a:xfrm>
            <a:off x="548640" y="694690"/>
            <a:ext cx="11095355" cy="659130"/>
          </a:xfrm>
          <a:prstGeom prst="rect">
            <a:avLst/>
          </a:prstGeom>
          <a:noFill/>
          <a:ln/>
        </p:spPr>
        <p:txBody>
          <a:bodyPr wrap="square" lIns="0" tIns="0" rIns="0" bIns="0" numCol="1" vert="horz" anchor="t">
            <a:noAutofit/>
          </a:bodyPr>
          <a:lstStyle/>
          <a:p>
            <a:pPr marL="0" indent="0">
              <a:buFontTx/>
              <a:buNone/>
            </a:pPr>
            <a:r>
              <a:rPr lang="ko-KR" altLang="en-US" sz="3000" b="1">
                <a:solidFill>
                  <a:srgbClr val="F1F5F9"/>
                </a:solidFill>
                <a:latin typeface="Malgun Gothic" charset="0"/>
                <a:ea typeface="Malgun Gothic" charset="0"/>
                <a:cs typeface="Malgun Gothic" charset="0"/>
              </a:rPr>
              <a:t>시연 영상</a:t>
            </a:r>
            <a:r>
              <a:rPr lang="ko-KR" altLang="en-US" sz="3000" b="1">
                <a:solidFill>
                  <a:srgbClr val="F1F5F9"/>
                </a:solidFill>
                <a:latin typeface="Malgun Gothic" charset="0"/>
                <a:ea typeface="Malgun Gothic" charset="0"/>
                <a:cs typeface="Malgun Gothic" charset="0"/>
              </a:rPr>
              <a:t/>
            </a:r>
            <a:r>
              <a:rPr lang="ko-KR" altLang="en-US" sz="3000" b="1">
                <a:solidFill>
                  <a:srgbClr val="F1F5F9"/>
                </a:solidFill>
                <a:latin typeface="Malgun Gothic" charset="0"/>
                <a:ea typeface="Malgun Gothic" charset="0"/>
                <a:cs typeface="Malgun Gothic" charset="0"/>
              </a:rPr>
              <a:t/>
            </a:r>
            <a:endParaRPr lang="ko-KR" altLang="en-US" sz="3000" b="1">
              <a:solidFill>
                <a:srgbClr val="F1F5F9"/>
              </a:solidFill>
              <a:latin typeface="Malgun Gothic" charset="0"/>
              <a:ea typeface="Malgun Gothic" charset="0"/>
              <a:cs typeface="Malgun Gothic" charset="0"/>
            </a:endParaRPr>
          </a:p>
        </p:txBody>
      </p:sp>
      <p:pic>
        <p:nvPicPr>
          <p:cNvPr id="7" name="demo.mp4">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1869440" y="1481328"/>
            <a:ext cx="8453120" cy="4754880"/>
          </a:xfrm>
          <a:prstGeom prst="rect">
            <a:avLst/>
          </a:prstGeom>
        </p:spPr>
      </p:pic>
    </p:spTree>
  </p:cSld>
  <p:clrMapOvr>
    <a:masterClrMapping/>
  </p:clrMapOvr>
  <p:timing>
    <p:tnLst>
      <p:par>
        <p:cTn id="1" dur="indefinite" restart="never" nodeType="tmRoot">
          <p:childTnLst>
            <p:video>
              <p:cMediaNode vol="80000">
                <p:cTn id="2" fill="hold" display="0">
                  <p:stCondLst>
                    <p:cond delay="indefinite"/>
                  </p:stCondLst>
                </p:cTn>
                <p:tgtEl>
                  <p:spTgt spid="7"/>
                </p:tgtEl>
              </p:cMediaNode>
            </p:video>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Application>Polaris Office Slide</Application>
  <AppVersion>12.000</AppVersion>
  <Characters>0</Characters>
  <CharactersWithSpaces>0</CharactersWithSpaces>
  <Company>심기일전</Company>
  <DocSecurity>0</DocSecurity>
  <HyperlinksChanged>false</HyperlinksChanged>
  <Lines>0</Lines>
  <LinksUpToDate>false</LinksUpToDate>
  <Pages>15</Pages>
  <Paragraphs>0</Paragraphs>
  <Words>0</Words>
  <TotalTime>0</TotalTime>
  <MMClips>0</MMClips>
  <ScaleCrop>false</ScaleCrop>
  <HeadingPairs>
    <vt:vector size="2" baseType="variant">
      <vt:variant>
        <vt:lpstr>Title</vt:lpstr>
      </vt:variant>
      <vt:variant>
        <vt:i4>1</vt:i4>
      </vt:variant>
    </vt:vector>
  </HeadingPairs>
  <TitlesOfParts>
    <vt:vector size="1" baseType="lpstr">
      <vt:lpstr>Title text</vt:lpstr>
    </vt:vector>
  </TitlesOfParts>
  <SharedDoc>false</SharedDoc>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revision>3</cp:revision>
  <dc:creator>심기일전 (송승호 · 이동혁 · 조은수 · 김지훈)</dc:creator>
  <cp:lastModifiedBy>kliyy</cp:lastModifiedBy>
  <dc:title>SafeSign PhysicalAI — 산업 안전 수신호 교육 키트</dc:title>
  <dc:subject>PptxGenJS Presentation</dc:subject>
  <cp:version>11.105.321.56545</cp:version>
  <dcterms:modified xsi:type="dcterms:W3CDTF">2026-10-08T06:37:04Z</dcterms:modified>
</cp:coreProperties>
</file>